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오프닝" id="{771ead97-3db1-fd1b-f732-9030d39d39ea}">
          <p14:sldIdLst>
            <p14:sldId id="256"/>
            <p14:sldId id="257"/>
          </p14:sldIdLst>
        </p14:section>
        <p14:section name="식순" id="{5a897297-b4c3-fd23-93cc-0cb26dc69cc5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내빈" id="{10bf5fa6-2fb2-a306-ceaa-a0cc3c94c862}">
          <p14:sldIdLst>
            <p14:sldId id="268"/>
          </p14:sldIdLst>
        </p14:section>
        <p14:section name="클로징" id="{70547373-ae71-6881-f256-981405d9a611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개회 타이틀 화면. 행사명·일시·장소·주최는 텍스트만 교체하세요.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착석 안내 대기 화면.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전체 식순 화면. 담당자 직함은 실제 직함·성함으로 교체하세요.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개회 선언 - 사회자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국민의례 - 참석자 전원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내빈 소개 - 사회자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경과보고 - 사무총장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기념사 - 회장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축사 - 내빈 대표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감사패 수여 - 회장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기념 촬영 - 참석자 전원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폐회 - 사회자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내빈 명단 카드. 카드 수는 복사/삭제로 조정하세요.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폐회 후 퇴장 안내 화면.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TITLE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FOCUS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371600" y="1965960"/>
            <a:ext cx="9448495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700" spc="1000" kern="0" dirty="0">
                <a:solidFill>
                  <a:schemeClr val="accent2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700" spc="1000" kern="0" dirty="0">
                <a:solidFill>
                  <a:schemeClr val="accent2"/>
                </a:solidFill>
              </a:rPr>
              <a:t>부제</a:t>
            </a:r>
            <a:endParaRPr lang="en-US" sz="17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514600"/>
            <a:ext cx="10728655" cy="1417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5800" b="1" spc="400" kern="0" dirty="0">
                <a:solidFill>
                  <a:schemeClr val="accent2"/>
                </a:solidFill>
                <a:effectLst>
                  <a:glow rad="63500">
                    <a:srgbClr val="D4AF5F">
                      <a:alpha val="35000"/>
                    </a:srgbClr>
                  </a:glow>
                </a:effectLst>
              </a:defRPr>
            </a:lvl1pPr>
          </a:lstStyle>
          <a:p>
            <a:pPr algn="ctr" indent="0" marL="0">
              <a:buNone/>
            </a:pPr>
            <a:r>
              <a:rPr lang="en-US" sz="5800" b="1" spc="400" kern="0" dirty="0">
                <a:solidFill>
                  <a:schemeClr val="accent2"/>
                </a:solidFill>
                <a:effectLst>
                  <a:glow rad="63500">
                    <a:srgbClr val="D4AF5F">
                      <a:alpha val="35000"/>
                    </a:srgbClr>
                  </a:glow>
                </a:effectLst>
              </a:rPr>
              <a:t>행사명</a:t>
            </a:r>
            <a:endParaRPr lang="en-US" sz="5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371600" y="4160520"/>
            <a:ext cx="9448495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900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일시 · 장소</a:t>
            </a:r>
            <a:endParaRPr lang="en-US" sz="19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1371600" y="4617720"/>
            <a:ext cx="9448495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400" spc="300" kern="0" dirty="0">
                <a:solidFill>
                  <a:schemeClr val="accent3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400" spc="300" kern="0" dirty="0">
                <a:solidFill>
                  <a:schemeClr val="accent3"/>
                </a:solidFill>
              </a:rPr>
              <a:t>주최</a:t>
            </a: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CUS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371600" y="1938528"/>
            <a:ext cx="9448495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800" spc="1200" kern="0" dirty="0">
                <a:solidFill>
                  <a:schemeClr val="accent2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800" spc="1200" kern="0" dirty="0">
                <a:solidFill>
                  <a:schemeClr val="accent2"/>
                </a:solidFill>
              </a:rPr>
              <a:t>순서</a:t>
            </a:r>
            <a:endParaRPr lang="en-US" sz="18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468880"/>
            <a:ext cx="1072865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6600" b="1" spc="1000" kern="0" dirty="0">
                <a:solidFill>
                  <a:schemeClr val="accent2"/>
                </a:solidFill>
                <a:effectLst>
                  <a:glow rad="63500">
                    <a:srgbClr val="D4AF5F">
                      <a:alpha val="35000"/>
                    </a:srgbClr>
                  </a:glow>
                </a:effectLst>
              </a:defRPr>
            </a:lvl1pPr>
          </a:lstStyle>
          <a:p>
            <a:pPr algn="ctr" indent="0" marL="0">
              <a:buNone/>
            </a:pPr>
            <a:r>
              <a:rPr lang="en-US" sz="6600" b="1" spc="1000" kern="0" dirty="0">
                <a:solidFill>
                  <a:schemeClr val="accent2"/>
                </a:solidFill>
                <a:effectLst>
                  <a:glow rad="63500">
                    <a:srgbClr val="D4AF5F">
                      <a:alpha val="35000"/>
                    </a:srgbClr>
                  </a:glow>
                </a:effectLst>
              </a:rPr>
              <a:t>순서명</a:t>
            </a:r>
            <a:endParaRPr lang="en-US" sz="6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645920" y="4114800"/>
            <a:ext cx="889985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lnSpc>
                <a:spcPct val="130000"/>
              </a:lnSpc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chemeClr val="bg1"/>
                </a:solidFill>
              </a:rPr>
              <a:t>설명</a:t>
            </a: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68680" y="731520"/>
            <a:ext cx="868680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spc="600" kern="0" dirty="0">
                <a:solidFill>
                  <a:schemeClr val="accent2"/>
                </a:solidFill>
                <a:effectLst>
                  <a:glow rad="63500">
                    <a:srgbClr val="D4AF5F">
                      <a:alpha val="30000"/>
                    </a:srgbClr>
                  </a:glow>
                </a:effectLst>
              </a:defRPr>
            </a:lvl1pPr>
          </a:lstStyle>
          <a:p>
            <a:pPr algn="l" indent="0" marL="0">
              <a:buNone/>
            </a:pPr>
            <a:r>
              <a:rPr lang="en-US" sz="4000" b="1" spc="600" kern="0" dirty="0">
                <a:solidFill>
                  <a:schemeClr val="accent2"/>
                </a:solidFill>
                <a:effectLst>
                  <a:glow rad="63500">
                    <a:srgbClr val="D4AF5F">
                      <a:alpha val="30000"/>
                    </a:srgbClr>
                  </a:glow>
                </a:effectLst>
              </a:rPr>
              <a:t>제목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68680" y="1572768"/>
            <a:ext cx="86868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7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r>
              <a:rPr lang="en-US" sz="1100" spc="700" kern="0" dirty="0">
                <a:solidFill>
                  <a:schemeClr val="accent1"/>
                </a:solidFill>
              </a:rPr>
              <a:t>CAPTION</a:t>
            </a:r>
            <a:endParaRPr lang="en-US" sz="11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371600" y="1965960"/>
            <a:ext cx="9448495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1700" spc="1000" kern="0" dirty="0">
                <a:solidFill>
                  <a:schemeClr val="accent2"/>
                </a:solidFill>
              </a:rPr>
              <a:t>내빈 초청 행사</a:t>
            </a:r>
            <a:endParaRPr lang="en-US" sz="17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514600"/>
            <a:ext cx="10728655" cy="1417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5800" b="1" spc="400" kern="0" dirty="0">
                <a:solidFill>
                  <a:schemeClr val="accent2"/>
                </a:solidFill>
                <a:effectLst>
                  <a:glow rad="63500">
                    <a:srgbClr val="D4AF5F">
                      <a:alpha val="35000"/>
                    </a:srgbClr>
                  </a:glow>
                </a:effectLst>
              </a:rPr>
              <a:t>2026 창립 30주년 기념식</a:t>
            </a:r>
            <a:endParaRPr lang="en-US" sz="5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371600" y="4160520"/>
            <a:ext cx="9448495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2026. 11. 20. (금)  14:00   |   그랜드볼룸 (본관 3층)</a:t>
            </a:r>
            <a:endParaRPr lang="en-US" sz="19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1371600" y="461772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chemeClr val="accent3"/>
                </a:solidFill>
              </a:rPr>
              <a:t>주최  ○○○○협회   |   주관  창립30주년기념사업추진위원회</a:t>
            </a:r>
            <a:endParaRPr lang="en-US" sz="1400" dirty="0"/>
          </a:p>
        </p:txBody>
      </p:sp>
      <p:sp>
        <p:nvSpPr>
          <p:cNvPr id="6" name="Eyebrow diamond -1"/>
          <p:cNvSpPr/>
          <p:nvPr/>
        </p:nvSpPr>
        <p:spPr>
          <a:xfrm>
            <a:off x="3197200" y="2103120"/>
            <a:ext cx="128016" cy="128016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Eyebrow line -1"/>
          <p:cNvSpPr/>
          <p:nvPr/>
        </p:nvSpPr>
        <p:spPr>
          <a:xfrm>
            <a:off x="3352648" y="2167128"/>
            <a:ext cx="731520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8" name="Eyebrow diamond 1"/>
          <p:cNvSpPr/>
          <p:nvPr/>
        </p:nvSpPr>
        <p:spPr>
          <a:xfrm>
            <a:off x="8866480" y="2103120"/>
            <a:ext cx="128016" cy="128016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Eyebrow line 1"/>
          <p:cNvSpPr/>
          <p:nvPr/>
        </p:nvSpPr>
        <p:spPr>
          <a:xfrm>
            <a:off x="8107528" y="2167128"/>
            <a:ext cx="731520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371600" y="1965960"/>
            <a:ext cx="9448495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1700" spc="1000" kern="0" dirty="0">
                <a:solidFill>
                  <a:schemeClr val="accent2"/>
                </a:solidFill>
              </a:rPr>
              <a:t>WELCOME</a:t>
            </a:r>
            <a:endParaRPr lang="en-US" sz="17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514600"/>
            <a:ext cx="10728655" cy="1417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5800" b="1" spc="400" kern="0" dirty="0">
                <a:solidFill>
                  <a:schemeClr val="accent2"/>
                </a:solidFill>
                <a:effectLst>
                  <a:glow rad="63500">
                    <a:srgbClr val="D4AF5F">
                      <a:alpha val="35000"/>
                    </a:srgbClr>
                  </a:glow>
                </a:effectLst>
              </a:rPr>
              <a:t>잠시 후 행사가 시작됩니다</a:t>
            </a:r>
            <a:endParaRPr lang="en-US" sz="5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371600" y="4160520"/>
            <a:ext cx="9448495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내빈 여러분께서는 자리에 착석해 주시기 바랍니다</a:t>
            </a:r>
            <a:endParaRPr lang="en-US" sz="19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1371600" y="461772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chemeClr val="accent3"/>
                </a:solidFill>
              </a:rPr>
              <a:t>휴대전화는 진동으로 전환해 주시면 감사하겠습니다</a:t>
            </a:r>
            <a:endParaRPr lang="en-US" sz="1400" dirty="0"/>
          </a:p>
        </p:txBody>
      </p:sp>
      <p:sp>
        <p:nvSpPr>
          <p:cNvPr id="6" name="Eyebrow diamond -1"/>
          <p:cNvSpPr/>
          <p:nvPr/>
        </p:nvSpPr>
        <p:spPr>
          <a:xfrm>
            <a:off x="4020160" y="2103120"/>
            <a:ext cx="128016" cy="128016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Eyebrow line -1"/>
          <p:cNvSpPr/>
          <p:nvPr/>
        </p:nvSpPr>
        <p:spPr>
          <a:xfrm>
            <a:off x="4175608" y="2167128"/>
            <a:ext cx="731520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8" name="Eyebrow diamond 1"/>
          <p:cNvSpPr/>
          <p:nvPr/>
        </p:nvSpPr>
        <p:spPr>
          <a:xfrm>
            <a:off x="8043520" y="2103120"/>
            <a:ext cx="128016" cy="128016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Eyebrow line 1"/>
          <p:cNvSpPr/>
          <p:nvPr/>
        </p:nvSpPr>
        <p:spPr>
          <a:xfrm>
            <a:off x="7284568" y="2167128"/>
            <a:ext cx="731520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68680" y="731520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spc="600" kern="0" dirty="0">
                <a:solidFill>
                  <a:schemeClr val="accent2"/>
                </a:solidFill>
                <a:effectLst>
                  <a:glow rad="63500">
                    <a:srgbClr val="D4AF5F">
                      <a:alpha val="30000"/>
                    </a:srgbClr>
                  </a:glow>
                </a:effectLst>
              </a:rPr>
              <a:t>식  순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68680" y="157276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spc="700" kern="0" dirty="0">
                <a:solidFill>
                  <a:schemeClr val="accent1"/>
                </a:solidFill>
              </a:rPr>
              <a:t>ORDER OF CEREMONY</a:t>
            </a:r>
            <a:endParaRPr lang="en-US" sz="1100" dirty="0"/>
          </a:p>
        </p:txBody>
      </p:sp>
      <p:sp>
        <p:nvSpPr>
          <p:cNvPr id="4" name="Badge 1 outer"/>
          <p:cNvSpPr/>
          <p:nvPr/>
        </p:nvSpPr>
        <p:spPr>
          <a:xfrm>
            <a:off x="950976" y="2313432"/>
            <a:ext cx="475488" cy="475488"/>
          </a:xfrm>
          <a:prstGeom prst="diamond">
            <a:avLst/>
          </a:prstGeom>
          <a:solidFill>
            <a:schemeClr val="tx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Badge 1 inner"/>
          <p:cNvSpPr/>
          <p:nvPr/>
        </p:nvSpPr>
        <p:spPr>
          <a:xfrm>
            <a:off x="996696" y="2359152"/>
            <a:ext cx="384048" cy="384048"/>
          </a:xfrm>
          <a:prstGeom prst="diamond">
            <a:avLst/>
          </a:prstGeom>
          <a:solidFill>
            <a:schemeClr val="tx1"/>
          </a:solidFill>
          <a:ln w="6350">
            <a:solidFill>
              <a:schemeClr val="accent2"/>
            </a:solidFill>
            <a:prstDash val="solid"/>
          </a:ln>
        </p:spPr>
      </p:sp>
      <p:sp>
        <p:nvSpPr>
          <p:cNvPr id="6" name="Badge 1 label"/>
          <p:cNvSpPr txBox="1"/>
          <p:nvPr/>
        </p:nvSpPr>
        <p:spPr>
          <a:xfrm>
            <a:off x="996696" y="2359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나눔명조" pitchFamily="34" charset="0"/>
                <a:ea typeface="나눔명조" pitchFamily="34" charset="-122"/>
                <a:cs typeface="나눔명조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Item 1"/>
          <p:cNvSpPr txBox="1"/>
          <p:nvPr/>
        </p:nvSpPr>
        <p:spPr>
          <a:xfrm>
            <a:off x="1691640" y="2240280"/>
            <a:ext cx="4160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chemeClr val="bg1"/>
                </a:solidFill>
                <a:latin typeface="나눔명조" pitchFamily="34" charset="0"/>
                <a:ea typeface="나눔명조" pitchFamily="34" charset="-122"/>
                <a:cs typeface="나눔명조" pitchFamily="34" charset="-120"/>
              </a:rPr>
              <a:t>개회 선언</a:t>
            </a:r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사회자</a:t>
            </a:r>
            <a:endParaRPr lang="en-US" sz="2200" dirty="0"/>
          </a:p>
        </p:txBody>
      </p:sp>
      <p:sp>
        <p:nvSpPr>
          <p:cNvPr id="8" name="Rule 1"/>
          <p:cNvSpPr/>
          <p:nvPr/>
        </p:nvSpPr>
        <p:spPr>
          <a:xfrm>
            <a:off x="1691640" y="2953512"/>
            <a:ext cx="416052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9" name="Rule end 1"/>
          <p:cNvSpPr/>
          <p:nvPr/>
        </p:nvSpPr>
        <p:spPr>
          <a:xfrm>
            <a:off x="5797296" y="2898648"/>
            <a:ext cx="109728" cy="109728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Badge 2 outer"/>
          <p:cNvSpPr/>
          <p:nvPr/>
        </p:nvSpPr>
        <p:spPr>
          <a:xfrm>
            <a:off x="950976" y="3099816"/>
            <a:ext cx="475488" cy="475488"/>
          </a:xfrm>
          <a:prstGeom prst="diamond">
            <a:avLst/>
          </a:prstGeom>
          <a:solidFill>
            <a:schemeClr val="tx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Badge 2 inner"/>
          <p:cNvSpPr/>
          <p:nvPr/>
        </p:nvSpPr>
        <p:spPr>
          <a:xfrm>
            <a:off x="996696" y="3145536"/>
            <a:ext cx="384048" cy="384048"/>
          </a:xfrm>
          <a:prstGeom prst="diamond">
            <a:avLst/>
          </a:prstGeom>
          <a:solidFill>
            <a:schemeClr val="tx1"/>
          </a:solidFill>
          <a:ln w="6350">
            <a:solidFill>
              <a:schemeClr val="accent2"/>
            </a:solidFill>
            <a:prstDash val="solid"/>
          </a:ln>
        </p:spPr>
      </p:sp>
      <p:sp>
        <p:nvSpPr>
          <p:cNvPr id="12" name="Badge 2 label"/>
          <p:cNvSpPr txBox="1"/>
          <p:nvPr/>
        </p:nvSpPr>
        <p:spPr>
          <a:xfrm>
            <a:off x="996696" y="3145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나눔명조" pitchFamily="34" charset="0"/>
                <a:ea typeface="나눔명조" pitchFamily="34" charset="-122"/>
                <a:cs typeface="나눔명조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Item 2"/>
          <p:cNvSpPr txBox="1"/>
          <p:nvPr/>
        </p:nvSpPr>
        <p:spPr>
          <a:xfrm>
            <a:off x="1691640" y="3026664"/>
            <a:ext cx="4160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chemeClr val="bg1"/>
                </a:solidFill>
                <a:latin typeface="나눔명조" pitchFamily="34" charset="0"/>
                <a:ea typeface="나눔명조" pitchFamily="34" charset="-122"/>
                <a:cs typeface="나눔명조" pitchFamily="34" charset="-120"/>
              </a:rPr>
              <a:t>국민의례</a:t>
            </a:r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참석자 전원</a:t>
            </a:r>
            <a:endParaRPr lang="en-US" sz="2200" dirty="0"/>
          </a:p>
        </p:txBody>
      </p:sp>
      <p:sp>
        <p:nvSpPr>
          <p:cNvPr id="14" name="Rule 2"/>
          <p:cNvSpPr/>
          <p:nvPr/>
        </p:nvSpPr>
        <p:spPr>
          <a:xfrm>
            <a:off x="1691640" y="3739896"/>
            <a:ext cx="416052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15" name="Rule end 2"/>
          <p:cNvSpPr/>
          <p:nvPr/>
        </p:nvSpPr>
        <p:spPr>
          <a:xfrm>
            <a:off x="5797296" y="3685032"/>
            <a:ext cx="109728" cy="109728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Badge 3 outer"/>
          <p:cNvSpPr/>
          <p:nvPr/>
        </p:nvSpPr>
        <p:spPr>
          <a:xfrm>
            <a:off x="950976" y="3886200"/>
            <a:ext cx="475488" cy="475488"/>
          </a:xfrm>
          <a:prstGeom prst="diamond">
            <a:avLst/>
          </a:prstGeom>
          <a:solidFill>
            <a:schemeClr val="tx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Badge 3 inner"/>
          <p:cNvSpPr/>
          <p:nvPr/>
        </p:nvSpPr>
        <p:spPr>
          <a:xfrm>
            <a:off x="996696" y="3931920"/>
            <a:ext cx="384048" cy="384048"/>
          </a:xfrm>
          <a:prstGeom prst="diamond">
            <a:avLst/>
          </a:prstGeom>
          <a:solidFill>
            <a:schemeClr val="tx1"/>
          </a:solidFill>
          <a:ln w="6350">
            <a:solidFill>
              <a:schemeClr val="accent2"/>
            </a:solidFill>
            <a:prstDash val="solid"/>
          </a:ln>
        </p:spPr>
      </p:sp>
      <p:sp>
        <p:nvSpPr>
          <p:cNvPr id="18" name="Badge 3 label"/>
          <p:cNvSpPr txBox="1"/>
          <p:nvPr/>
        </p:nvSpPr>
        <p:spPr>
          <a:xfrm>
            <a:off x="9966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나눔명조" pitchFamily="34" charset="0"/>
                <a:ea typeface="나눔명조" pitchFamily="34" charset="-122"/>
                <a:cs typeface="나눔명조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Item 3"/>
          <p:cNvSpPr txBox="1"/>
          <p:nvPr/>
        </p:nvSpPr>
        <p:spPr>
          <a:xfrm>
            <a:off x="1691640" y="3813048"/>
            <a:ext cx="4160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chemeClr val="bg1"/>
                </a:solidFill>
                <a:latin typeface="나눔명조" pitchFamily="34" charset="0"/>
                <a:ea typeface="나눔명조" pitchFamily="34" charset="-122"/>
                <a:cs typeface="나눔명조" pitchFamily="34" charset="-120"/>
              </a:rPr>
              <a:t>내빈 소개</a:t>
            </a:r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사회자</a:t>
            </a:r>
            <a:endParaRPr lang="en-US" sz="2200" dirty="0"/>
          </a:p>
        </p:txBody>
      </p:sp>
      <p:sp>
        <p:nvSpPr>
          <p:cNvPr id="20" name="Rule 3"/>
          <p:cNvSpPr/>
          <p:nvPr/>
        </p:nvSpPr>
        <p:spPr>
          <a:xfrm>
            <a:off x="1691640" y="4526280"/>
            <a:ext cx="416052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21" name="Rule end 3"/>
          <p:cNvSpPr/>
          <p:nvPr/>
        </p:nvSpPr>
        <p:spPr>
          <a:xfrm>
            <a:off x="5797296" y="4471416"/>
            <a:ext cx="109728" cy="109728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Badge 4 outer"/>
          <p:cNvSpPr/>
          <p:nvPr/>
        </p:nvSpPr>
        <p:spPr>
          <a:xfrm>
            <a:off x="950976" y="4672584"/>
            <a:ext cx="475488" cy="475488"/>
          </a:xfrm>
          <a:prstGeom prst="diamond">
            <a:avLst/>
          </a:prstGeom>
          <a:solidFill>
            <a:schemeClr val="tx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Badge 4 inner"/>
          <p:cNvSpPr/>
          <p:nvPr/>
        </p:nvSpPr>
        <p:spPr>
          <a:xfrm>
            <a:off x="996696" y="4718304"/>
            <a:ext cx="384048" cy="384048"/>
          </a:xfrm>
          <a:prstGeom prst="diamond">
            <a:avLst/>
          </a:prstGeom>
          <a:solidFill>
            <a:schemeClr val="tx1"/>
          </a:solidFill>
          <a:ln w="6350">
            <a:solidFill>
              <a:schemeClr val="accent2"/>
            </a:solidFill>
            <a:prstDash val="solid"/>
          </a:ln>
        </p:spPr>
      </p:sp>
      <p:sp>
        <p:nvSpPr>
          <p:cNvPr id="24" name="Badge 4 label"/>
          <p:cNvSpPr txBox="1"/>
          <p:nvPr/>
        </p:nvSpPr>
        <p:spPr>
          <a:xfrm>
            <a:off x="996696" y="4718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나눔명조" pitchFamily="34" charset="0"/>
                <a:ea typeface="나눔명조" pitchFamily="34" charset="-122"/>
                <a:cs typeface="나눔명조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Item 4"/>
          <p:cNvSpPr txBox="1"/>
          <p:nvPr/>
        </p:nvSpPr>
        <p:spPr>
          <a:xfrm>
            <a:off x="1691640" y="4599432"/>
            <a:ext cx="4160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chemeClr val="bg1"/>
                </a:solidFill>
                <a:latin typeface="나눔명조" pitchFamily="34" charset="0"/>
                <a:ea typeface="나눔명조" pitchFamily="34" charset="-122"/>
                <a:cs typeface="나눔명조" pitchFamily="34" charset="-120"/>
              </a:rPr>
              <a:t>경과보고</a:t>
            </a:r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사무총장</a:t>
            </a:r>
            <a:endParaRPr lang="en-US" sz="2200" dirty="0"/>
          </a:p>
        </p:txBody>
      </p:sp>
      <p:sp>
        <p:nvSpPr>
          <p:cNvPr id="26" name="Rule 4"/>
          <p:cNvSpPr/>
          <p:nvPr/>
        </p:nvSpPr>
        <p:spPr>
          <a:xfrm>
            <a:off x="1691640" y="5312664"/>
            <a:ext cx="416052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27" name="Rule end 4"/>
          <p:cNvSpPr/>
          <p:nvPr/>
        </p:nvSpPr>
        <p:spPr>
          <a:xfrm>
            <a:off x="5797296" y="5257800"/>
            <a:ext cx="109728" cy="109728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Badge 5 outer"/>
          <p:cNvSpPr/>
          <p:nvPr/>
        </p:nvSpPr>
        <p:spPr>
          <a:xfrm>
            <a:off x="950976" y="5458968"/>
            <a:ext cx="475488" cy="475488"/>
          </a:xfrm>
          <a:prstGeom prst="diamond">
            <a:avLst/>
          </a:prstGeom>
          <a:solidFill>
            <a:schemeClr val="tx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Badge 5 inner"/>
          <p:cNvSpPr/>
          <p:nvPr/>
        </p:nvSpPr>
        <p:spPr>
          <a:xfrm>
            <a:off x="996696" y="5504688"/>
            <a:ext cx="384048" cy="384048"/>
          </a:xfrm>
          <a:prstGeom prst="diamond">
            <a:avLst/>
          </a:prstGeom>
          <a:solidFill>
            <a:schemeClr val="tx1"/>
          </a:solidFill>
          <a:ln w="6350">
            <a:solidFill>
              <a:schemeClr val="accent2"/>
            </a:solidFill>
            <a:prstDash val="solid"/>
          </a:ln>
        </p:spPr>
      </p:sp>
      <p:sp>
        <p:nvSpPr>
          <p:cNvPr id="30" name="Badge 5 label"/>
          <p:cNvSpPr txBox="1"/>
          <p:nvPr/>
        </p:nvSpPr>
        <p:spPr>
          <a:xfrm>
            <a:off x="996696" y="5504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나눔명조" pitchFamily="34" charset="0"/>
                <a:ea typeface="나눔명조" pitchFamily="34" charset="-122"/>
                <a:cs typeface="나눔명조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Item 5"/>
          <p:cNvSpPr txBox="1"/>
          <p:nvPr/>
        </p:nvSpPr>
        <p:spPr>
          <a:xfrm>
            <a:off x="1691640" y="5385816"/>
            <a:ext cx="4160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chemeClr val="bg1"/>
                </a:solidFill>
                <a:latin typeface="나눔명조" pitchFamily="34" charset="0"/>
                <a:ea typeface="나눔명조" pitchFamily="34" charset="-122"/>
                <a:cs typeface="나눔명조" pitchFamily="34" charset="-120"/>
              </a:rPr>
              <a:t>기념사</a:t>
            </a:r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회장</a:t>
            </a:r>
            <a:endParaRPr lang="en-US" sz="2200" dirty="0"/>
          </a:p>
        </p:txBody>
      </p:sp>
      <p:sp>
        <p:nvSpPr>
          <p:cNvPr id="32" name="Badge 6 outer"/>
          <p:cNvSpPr/>
          <p:nvPr/>
        </p:nvSpPr>
        <p:spPr>
          <a:xfrm>
            <a:off x="6437376" y="2313432"/>
            <a:ext cx="475488" cy="475488"/>
          </a:xfrm>
          <a:prstGeom prst="diamond">
            <a:avLst/>
          </a:prstGeom>
          <a:solidFill>
            <a:schemeClr val="tx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3" name="Badge 6 inner"/>
          <p:cNvSpPr/>
          <p:nvPr/>
        </p:nvSpPr>
        <p:spPr>
          <a:xfrm>
            <a:off x="6483096" y="2359152"/>
            <a:ext cx="384048" cy="384048"/>
          </a:xfrm>
          <a:prstGeom prst="diamond">
            <a:avLst/>
          </a:prstGeom>
          <a:solidFill>
            <a:schemeClr val="tx1"/>
          </a:solidFill>
          <a:ln w="6350">
            <a:solidFill>
              <a:schemeClr val="accent2"/>
            </a:solidFill>
            <a:prstDash val="solid"/>
          </a:ln>
        </p:spPr>
      </p:sp>
      <p:sp>
        <p:nvSpPr>
          <p:cNvPr id="34" name="Badge 6 label"/>
          <p:cNvSpPr txBox="1"/>
          <p:nvPr/>
        </p:nvSpPr>
        <p:spPr>
          <a:xfrm>
            <a:off x="6483096" y="2359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나눔명조" pitchFamily="34" charset="0"/>
                <a:ea typeface="나눔명조" pitchFamily="34" charset="-122"/>
                <a:cs typeface="나눔명조" pitchFamily="34" charset="-120"/>
              </a:rPr>
              <a:t>6</a:t>
            </a:r>
            <a:endParaRPr lang="en-US" sz="1300" dirty="0"/>
          </a:p>
        </p:txBody>
      </p:sp>
      <p:sp>
        <p:nvSpPr>
          <p:cNvPr id="35" name="Item 6"/>
          <p:cNvSpPr txBox="1"/>
          <p:nvPr/>
        </p:nvSpPr>
        <p:spPr>
          <a:xfrm>
            <a:off x="7178040" y="2240280"/>
            <a:ext cx="4160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chemeClr val="bg1"/>
                </a:solidFill>
                <a:latin typeface="나눔명조" pitchFamily="34" charset="0"/>
                <a:ea typeface="나눔명조" pitchFamily="34" charset="-122"/>
                <a:cs typeface="나눔명조" pitchFamily="34" charset="-120"/>
              </a:rPr>
              <a:t>축사</a:t>
            </a:r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내빈 대표</a:t>
            </a:r>
            <a:endParaRPr lang="en-US" sz="2200" dirty="0"/>
          </a:p>
        </p:txBody>
      </p:sp>
      <p:sp>
        <p:nvSpPr>
          <p:cNvPr id="36" name="Rule 6"/>
          <p:cNvSpPr/>
          <p:nvPr/>
        </p:nvSpPr>
        <p:spPr>
          <a:xfrm>
            <a:off x="7178040" y="2953512"/>
            <a:ext cx="416052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37" name="Rule end 6"/>
          <p:cNvSpPr/>
          <p:nvPr/>
        </p:nvSpPr>
        <p:spPr>
          <a:xfrm>
            <a:off x="11283696" y="2898648"/>
            <a:ext cx="109728" cy="109728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8" name="Badge 7 outer"/>
          <p:cNvSpPr/>
          <p:nvPr/>
        </p:nvSpPr>
        <p:spPr>
          <a:xfrm>
            <a:off x="6437376" y="3099816"/>
            <a:ext cx="475488" cy="475488"/>
          </a:xfrm>
          <a:prstGeom prst="diamond">
            <a:avLst/>
          </a:prstGeom>
          <a:solidFill>
            <a:schemeClr val="tx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9" name="Badge 7 inner"/>
          <p:cNvSpPr/>
          <p:nvPr/>
        </p:nvSpPr>
        <p:spPr>
          <a:xfrm>
            <a:off x="6483096" y="3145536"/>
            <a:ext cx="384048" cy="384048"/>
          </a:xfrm>
          <a:prstGeom prst="diamond">
            <a:avLst/>
          </a:prstGeom>
          <a:solidFill>
            <a:schemeClr val="tx1"/>
          </a:solidFill>
          <a:ln w="6350">
            <a:solidFill>
              <a:schemeClr val="accent2"/>
            </a:solidFill>
            <a:prstDash val="solid"/>
          </a:ln>
        </p:spPr>
      </p:sp>
      <p:sp>
        <p:nvSpPr>
          <p:cNvPr id="40" name="Badge 7 label"/>
          <p:cNvSpPr txBox="1"/>
          <p:nvPr/>
        </p:nvSpPr>
        <p:spPr>
          <a:xfrm>
            <a:off x="6483096" y="3145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나눔명조" pitchFamily="34" charset="0"/>
                <a:ea typeface="나눔명조" pitchFamily="34" charset="-122"/>
                <a:cs typeface="나눔명조" pitchFamily="34" charset="-120"/>
              </a:rPr>
              <a:t>7</a:t>
            </a:r>
            <a:endParaRPr lang="en-US" sz="1300" dirty="0"/>
          </a:p>
        </p:txBody>
      </p:sp>
      <p:sp>
        <p:nvSpPr>
          <p:cNvPr id="41" name="Item 7"/>
          <p:cNvSpPr txBox="1"/>
          <p:nvPr/>
        </p:nvSpPr>
        <p:spPr>
          <a:xfrm>
            <a:off x="7178040" y="3026664"/>
            <a:ext cx="4160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chemeClr val="bg1"/>
                </a:solidFill>
                <a:latin typeface="나눔명조" pitchFamily="34" charset="0"/>
                <a:ea typeface="나눔명조" pitchFamily="34" charset="-122"/>
                <a:cs typeface="나눔명조" pitchFamily="34" charset="-120"/>
              </a:rPr>
              <a:t>감사패 수여</a:t>
            </a:r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회장</a:t>
            </a:r>
            <a:endParaRPr lang="en-US" sz="2200" dirty="0"/>
          </a:p>
        </p:txBody>
      </p:sp>
      <p:sp>
        <p:nvSpPr>
          <p:cNvPr id="42" name="Rule 7"/>
          <p:cNvSpPr/>
          <p:nvPr/>
        </p:nvSpPr>
        <p:spPr>
          <a:xfrm>
            <a:off x="7178040" y="3739896"/>
            <a:ext cx="416052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43" name="Rule end 7"/>
          <p:cNvSpPr/>
          <p:nvPr/>
        </p:nvSpPr>
        <p:spPr>
          <a:xfrm>
            <a:off x="11283696" y="3685032"/>
            <a:ext cx="109728" cy="109728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4" name="Badge 8 outer"/>
          <p:cNvSpPr/>
          <p:nvPr/>
        </p:nvSpPr>
        <p:spPr>
          <a:xfrm>
            <a:off x="6437376" y="3886200"/>
            <a:ext cx="475488" cy="475488"/>
          </a:xfrm>
          <a:prstGeom prst="diamond">
            <a:avLst/>
          </a:prstGeom>
          <a:solidFill>
            <a:schemeClr val="tx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5" name="Badge 8 inner"/>
          <p:cNvSpPr/>
          <p:nvPr/>
        </p:nvSpPr>
        <p:spPr>
          <a:xfrm>
            <a:off x="6483096" y="3931920"/>
            <a:ext cx="384048" cy="384048"/>
          </a:xfrm>
          <a:prstGeom prst="diamond">
            <a:avLst/>
          </a:prstGeom>
          <a:solidFill>
            <a:schemeClr val="tx1"/>
          </a:solidFill>
          <a:ln w="6350">
            <a:solidFill>
              <a:schemeClr val="accent2"/>
            </a:solidFill>
            <a:prstDash val="solid"/>
          </a:ln>
        </p:spPr>
      </p:sp>
      <p:sp>
        <p:nvSpPr>
          <p:cNvPr id="46" name="Badge 8 label"/>
          <p:cNvSpPr txBox="1"/>
          <p:nvPr/>
        </p:nvSpPr>
        <p:spPr>
          <a:xfrm>
            <a:off x="6483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나눔명조" pitchFamily="34" charset="0"/>
                <a:ea typeface="나눔명조" pitchFamily="34" charset="-122"/>
                <a:cs typeface="나눔명조" pitchFamily="34" charset="-120"/>
              </a:rPr>
              <a:t>8</a:t>
            </a:r>
            <a:endParaRPr lang="en-US" sz="1300" dirty="0"/>
          </a:p>
        </p:txBody>
      </p:sp>
      <p:sp>
        <p:nvSpPr>
          <p:cNvPr id="47" name="Item 8"/>
          <p:cNvSpPr txBox="1"/>
          <p:nvPr/>
        </p:nvSpPr>
        <p:spPr>
          <a:xfrm>
            <a:off x="7178040" y="3813048"/>
            <a:ext cx="4160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chemeClr val="bg1"/>
                </a:solidFill>
                <a:latin typeface="나눔명조" pitchFamily="34" charset="0"/>
                <a:ea typeface="나눔명조" pitchFamily="34" charset="-122"/>
                <a:cs typeface="나눔명조" pitchFamily="34" charset="-120"/>
              </a:rPr>
              <a:t>기념 촬영</a:t>
            </a:r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참석자 전원</a:t>
            </a:r>
            <a:endParaRPr lang="en-US" sz="2200" dirty="0"/>
          </a:p>
        </p:txBody>
      </p:sp>
      <p:sp>
        <p:nvSpPr>
          <p:cNvPr id="48" name="Rule 8"/>
          <p:cNvSpPr/>
          <p:nvPr/>
        </p:nvSpPr>
        <p:spPr>
          <a:xfrm>
            <a:off x="7178040" y="4526280"/>
            <a:ext cx="416052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49" name="Rule end 8"/>
          <p:cNvSpPr/>
          <p:nvPr/>
        </p:nvSpPr>
        <p:spPr>
          <a:xfrm>
            <a:off x="11283696" y="4471416"/>
            <a:ext cx="109728" cy="109728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0" name="Badge 9 outer"/>
          <p:cNvSpPr/>
          <p:nvPr/>
        </p:nvSpPr>
        <p:spPr>
          <a:xfrm>
            <a:off x="6437376" y="4672584"/>
            <a:ext cx="475488" cy="475488"/>
          </a:xfrm>
          <a:prstGeom prst="diamond">
            <a:avLst/>
          </a:prstGeom>
          <a:solidFill>
            <a:schemeClr val="tx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1" name="Badge 9 inner"/>
          <p:cNvSpPr/>
          <p:nvPr/>
        </p:nvSpPr>
        <p:spPr>
          <a:xfrm>
            <a:off x="6483096" y="4718304"/>
            <a:ext cx="384048" cy="384048"/>
          </a:xfrm>
          <a:prstGeom prst="diamond">
            <a:avLst/>
          </a:prstGeom>
          <a:solidFill>
            <a:schemeClr val="tx1"/>
          </a:solidFill>
          <a:ln w="6350">
            <a:solidFill>
              <a:schemeClr val="accent2"/>
            </a:solidFill>
            <a:prstDash val="solid"/>
          </a:ln>
        </p:spPr>
      </p:sp>
      <p:sp>
        <p:nvSpPr>
          <p:cNvPr id="52" name="Badge 9 label"/>
          <p:cNvSpPr txBox="1"/>
          <p:nvPr/>
        </p:nvSpPr>
        <p:spPr>
          <a:xfrm>
            <a:off x="6483096" y="4718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나눔명조" pitchFamily="34" charset="0"/>
                <a:ea typeface="나눔명조" pitchFamily="34" charset="-122"/>
                <a:cs typeface="나눔명조" pitchFamily="34" charset="-120"/>
              </a:rPr>
              <a:t>9</a:t>
            </a:r>
            <a:endParaRPr lang="en-US" sz="1300" dirty="0"/>
          </a:p>
        </p:txBody>
      </p:sp>
      <p:sp>
        <p:nvSpPr>
          <p:cNvPr id="53" name="Item 9"/>
          <p:cNvSpPr txBox="1"/>
          <p:nvPr/>
        </p:nvSpPr>
        <p:spPr>
          <a:xfrm>
            <a:off x="7178040" y="4599432"/>
            <a:ext cx="4160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chemeClr val="bg1"/>
                </a:solidFill>
                <a:latin typeface="나눔명조" pitchFamily="34" charset="0"/>
                <a:ea typeface="나눔명조" pitchFamily="34" charset="-122"/>
                <a:cs typeface="나눔명조" pitchFamily="34" charset="-120"/>
              </a:rPr>
              <a:t>폐회</a:t>
            </a:r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사회자</a:t>
            </a:r>
            <a:endParaRPr lang="en-US" sz="2200" dirty="0"/>
          </a:p>
        </p:txBody>
      </p:sp>
      <p:sp>
        <p:nvSpPr>
          <p:cNvPr id="54" name="Rule 9"/>
          <p:cNvSpPr/>
          <p:nvPr/>
        </p:nvSpPr>
        <p:spPr>
          <a:xfrm>
            <a:off x="7178040" y="5312664"/>
            <a:ext cx="416052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55" name="Rule end 9"/>
          <p:cNvSpPr/>
          <p:nvPr/>
        </p:nvSpPr>
        <p:spPr>
          <a:xfrm>
            <a:off x="11283696" y="5257800"/>
            <a:ext cx="109728" cy="109728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371600" y="1938528"/>
            <a:ext cx="9448495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1800" spc="1200" kern="0" dirty="0">
                <a:solidFill>
                  <a:schemeClr val="accent2"/>
                </a:solidFill>
              </a:rPr>
              <a:t>제 1 순서</a:t>
            </a:r>
            <a:endParaRPr lang="en-US" sz="18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468880"/>
            <a:ext cx="10728655" cy="1463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6600" b="1" spc="1000" kern="0" dirty="0">
                <a:solidFill>
                  <a:schemeClr val="accent2"/>
                </a:solidFill>
                <a:effectLst>
                  <a:glow rad="63500">
                    <a:srgbClr val="D4AF5F">
                      <a:alpha val="35000"/>
                    </a:srgbClr>
                  </a:glow>
                </a:effectLst>
              </a:rPr>
              <a:t>개회 선언</a:t>
            </a:r>
            <a:endParaRPr lang="en-US" sz="6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645920" y="4114800"/>
            <a:ext cx="8899855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000" b="1" spc="300" kern="0" dirty="0">
                <a:solidFill>
                  <a:schemeClr val="accent2"/>
                </a:solidFill>
              </a:rPr>
              <a:t>사회자</a:t>
            </a: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chemeClr val="bg1"/>
                </a:solidFill>
              </a:rPr>
              <a:t>행사의 시작을 알립니다.</a:t>
            </a:r>
            <a:endParaRPr lang="en-US" sz="2000" dirty="0"/>
          </a:p>
        </p:txBody>
      </p:sp>
      <p:sp>
        <p:nvSpPr>
          <p:cNvPr id="5" name="Eyebrow diamond -1"/>
          <p:cNvSpPr/>
          <p:nvPr/>
        </p:nvSpPr>
        <p:spPr>
          <a:xfrm>
            <a:off x="3928720" y="2103120"/>
            <a:ext cx="128016" cy="128016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Eyebrow line -1"/>
          <p:cNvSpPr/>
          <p:nvPr/>
        </p:nvSpPr>
        <p:spPr>
          <a:xfrm>
            <a:off x="4084168" y="2167128"/>
            <a:ext cx="731520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7" name="Eyebrow diamond 1"/>
          <p:cNvSpPr/>
          <p:nvPr/>
        </p:nvSpPr>
        <p:spPr>
          <a:xfrm>
            <a:off x="8134960" y="2103120"/>
            <a:ext cx="128016" cy="128016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Eyebrow line 1"/>
          <p:cNvSpPr/>
          <p:nvPr/>
        </p:nvSpPr>
        <p:spPr>
          <a:xfrm>
            <a:off x="7376008" y="2167128"/>
            <a:ext cx="731520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371600" y="1938528"/>
            <a:ext cx="9448495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1800" spc="1200" kern="0" dirty="0">
                <a:solidFill>
                  <a:schemeClr val="accent2"/>
                </a:solidFill>
              </a:rPr>
              <a:t>제 2 순서</a:t>
            </a:r>
            <a:endParaRPr lang="en-US" sz="18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468880"/>
            <a:ext cx="10728655" cy="1463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6600" b="1" spc="1000" kern="0" dirty="0">
                <a:solidFill>
                  <a:schemeClr val="accent2"/>
                </a:solidFill>
                <a:effectLst>
                  <a:glow rad="63500">
                    <a:srgbClr val="D4AF5F">
                      <a:alpha val="35000"/>
                    </a:srgbClr>
                  </a:glow>
                </a:effectLst>
              </a:rPr>
              <a:t>국민의례</a:t>
            </a:r>
            <a:endParaRPr lang="en-US" sz="6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645920" y="4114800"/>
            <a:ext cx="8899855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000" b="1" spc="300" kern="0" dirty="0">
                <a:solidFill>
                  <a:schemeClr val="accent2"/>
                </a:solidFill>
              </a:rPr>
              <a:t>참석자 전원</a:t>
            </a: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chemeClr val="bg1"/>
                </a:solidFill>
              </a:rPr>
              <a:t>국기에 대한 경례 · 애국가 제창 · 순국선열 및 호국영령에 대한 묵념</a:t>
            </a:r>
            <a:endParaRPr lang="en-US" sz="2000" dirty="0"/>
          </a:p>
        </p:txBody>
      </p:sp>
      <p:sp>
        <p:nvSpPr>
          <p:cNvPr id="5" name="Eyebrow diamond -1"/>
          <p:cNvSpPr/>
          <p:nvPr/>
        </p:nvSpPr>
        <p:spPr>
          <a:xfrm>
            <a:off x="3928720" y="2103120"/>
            <a:ext cx="128016" cy="128016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Eyebrow line -1"/>
          <p:cNvSpPr/>
          <p:nvPr/>
        </p:nvSpPr>
        <p:spPr>
          <a:xfrm>
            <a:off x="4084168" y="2167128"/>
            <a:ext cx="731520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7" name="Eyebrow diamond 1"/>
          <p:cNvSpPr/>
          <p:nvPr/>
        </p:nvSpPr>
        <p:spPr>
          <a:xfrm>
            <a:off x="8134960" y="2103120"/>
            <a:ext cx="128016" cy="128016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Eyebrow line 1"/>
          <p:cNvSpPr/>
          <p:nvPr/>
        </p:nvSpPr>
        <p:spPr>
          <a:xfrm>
            <a:off x="7376008" y="2167128"/>
            <a:ext cx="731520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371600" y="1938528"/>
            <a:ext cx="9448495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1800" spc="1200" kern="0" dirty="0">
                <a:solidFill>
                  <a:schemeClr val="accent2"/>
                </a:solidFill>
              </a:rPr>
              <a:t>제 3 순서</a:t>
            </a:r>
            <a:endParaRPr lang="en-US" sz="18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468880"/>
            <a:ext cx="10728655" cy="1463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6600" b="1" spc="1000" kern="0" dirty="0">
                <a:solidFill>
                  <a:schemeClr val="accent2"/>
                </a:solidFill>
                <a:effectLst>
                  <a:glow rad="63500">
                    <a:srgbClr val="D4AF5F">
                      <a:alpha val="35000"/>
                    </a:srgbClr>
                  </a:glow>
                </a:effectLst>
              </a:rPr>
              <a:t>내빈 소개</a:t>
            </a:r>
            <a:endParaRPr lang="en-US" sz="6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645920" y="4114800"/>
            <a:ext cx="8899855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000" b="1" spc="300" kern="0" dirty="0">
                <a:solidFill>
                  <a:schemeClr val="accent2"/>
                </a:solidFill>
              </a:rPr>
              <a:t>사회자</a:t>
            </a: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chemeClr val="bg1"/>
                </a:solidFill>
              </a:rPr>
              <a:t>자리를 빛내 주신 내빈 여러분을 소개합니다.</a:t>
            </a:r>
            <a:endParaRPr lang="en-US" sz="2000" dirty="0"/>
          </a:p>
        </p:txBody>
      </p:sp>
      <p:sp>
        <p:nvSpPr>
          <p:cNvPr id="5" name="Eyebrow diamond -1"/>
          <p:cNvSpPr/>
          <p:nvPr/>
        </p:nvSpPr>
        <p:spPr>
          <a:xfrm>
            <a:off x="3928720" y="2103120"/>
            <a:ext cx="128016" cy="128016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Eyebrow line -1"/>
          <p:cNvSpPr/>
          <p:nvPr/>
        </p:nvSpPr>
        <p:spPr>
          <a:xfrm>
            <a:off x="4084168" y="2167128"/>
            <a:ext cx="731520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7" name="Eyebrow diamond 1"/>
          <p:cNvSpPr/>
          <p:nvPr/>
        </p:nvSpPr>
        <p:spPr>
          <a:xfrm>
            <a:off x="8134960" y="2103120"/>
            <a:ext cx="128016" cy="128016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Eyebrow line 1"/>
          <p:cNvSpPr/>
          <p:nvPr/>
        </p:nvSpPr>
        <p:spPr>
          <a:xfrm>
            <a:off x="7376008" y="2167128"/>
            <a:ext cx="731520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371600" y="1938528"/>
            <a:ext cx="9448495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1800" spc="1200" kern="0" dirty="0">
                <a:solidFill>
                  <a:schemeClr val="accent2"/>
                </a:solidFill>
              </a:rPr>
              <a:t>제 4 순서</a:t>
            </a:r>
            <a:endParaRPr lang="en-US" sz="18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468880"/>
            <a:ext cx="10728655" cy="1463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6600" b="1" spc="1000" kern="0" dirty="0">
                <a:solidFill>
                  <a:schemeClr val="accent2"/>
                </a:solidFill>
                <a:effectLst>
                  <a:glow rad="63500">
                    <a:srgbClr val="D4AF5F">
                      <a:alpha val="35000"/>
                    </a:srgbClr>
                  </a:glow>
                </a:effectLst>
              </a:rPr>
              <a:t>경과보고</a:t>
            </a:r>
            <a:endParaRPr lang="en-US" sz="6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645920" y="4114800"/>
            <a:ext cx="8899855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000" b="1" spc="300" kern="0" dirty="0">
                <a:solidFill>
                  <a:schemeClr val="accent2"/>
                </a:solidFill>
              </a:rPr>
              <a:t>사무총장</a:t>
            </a: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chemeClr val="bg1"/>
                </a:solidFill>
              </a:rPr>
              <a:t>창립 이후 30년의 발자취를 보고드립니다.</a:t>
            </a:r>
            <a:endParaRPr lang="en-US" sz="2000" dirty="0"/>
          </a:p>
        </p:txBody>
      </p:sp>
      <p:sp>
        <p:nvSpPr>
          <p:cNvPr id="5" name="Eyebrow diamond -1"/>
          <p:cNvSpPr/>
          <p:nvPr/>
        </p:nvSpPr>
        <p:spPr>
          <a:xfrm>
            <a:off x="3928720" y="2103120"/>
            <a:ext cx="128016" cy="128016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Eyebrow line -1"/>
          <p:cNvSpPr/>
          <p:nvPr/>
        </p:nvSpPr>
        <p:spPr>
          <a:xfrm>
            <a:off x="4084168" y="2167128"/>
            <a:ext cx="731520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7" name="Eyebrow diamond 1"/>
          <p:cNvSpPr/>
          <p:nvPr/>
        </p:nvSpPr>
        <p:spPr>
          <a:xfrm>
            <a:off x="8134960" y="2103120"/>
            <a:ext cx="128016" cy="128016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Eyebrow line 1"/>
          <p:cNvSpPr/>
          <p:nvPr/>
        </p:nvSpPr>
        <p:spPr>
          <a:xfrm>
            <a:off x="7376008" y="2167128"/>
            <a:ext cx="731520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371600" y="1938528"/>
            <a:ext cx="9448495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1800" spc="1200" kern="0" dirty="0">
                <a:solidFill>
                  <a:schemeClr val="accent2"/>
                </a:solidFill>
              </a:rPr>
              <a:t>제 5 순서</a:t>
            </a:r>
            <a:endParaRPr lang="en-US" sz="18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468880"/>
            <a:ext cx="10728655" cy="1463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6600" b="1" spc="1000" kern="0" dirty="0">
                <a:solidFill>
                  <a:schemeClr val="accent2"/>
                </a:solidFill>
                <a:effectLst>
                  <a:glow rad="63500">
                    <a:srgbClr val="D4AF5F">
                      <a:alpha val="35000"/>
                    </a:srgbClr>
                  </a:glow>
                </a:effectLst>
              </a:rPr>
              <a:t>기념사</a:t>
            </a:r>
            <a:endParaRPr lang="en-US" sz="6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645920" y="4114800"/>
            <a:ext cx="8899855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000" b="1" spc="300" kern="0" dirty="0">
                <a:solidFill>
                  <a:schemeClr val="accent2"/>
                </a:solidFill>
              </a:rPr>
              <a:t>회장</a:t>
            </a: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chemeClr val="bg1"/>
                </a:solidFill>
              </a:rPr>
              <a:t>창립 30주년을 맞이하는 소회와 비전</a:t>
            </a:r>
            <a:endParaRPr lang="en-US" sz="2000" dirty="0"/>
          </a:p>
        </p:txBody>
      </p:sp>
      <p:sp>
        <p:nvSpPr>
          <p:cNvPr id="5" name="Eyebrow diamond -1"/>
          <p:cNvSpPr/>
          <p:nvPr/>
        </p:nvSpPr>
        <p:spPr>
          <a:xfrm>
            <a:off x="3928720" y="2103120"/>
            <a:ext cx="128016" cy="128016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Eyebrow line -1"/>
          <p:cNvSpPr/>
          <p:nvPr/>
        </p:nvSpPr>
        <p:spPr>
          <a:xfrm>
            <a:off x="4084168" y="2167128"/>
            <a:ext cx="731520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7" name="Eyebrow diamond 1"/>
          <p:cNvSpPr/>
          <p:nvPr/>
        </p:nvSpPr>
        <p:spPr>
          <a:xfrm>
            <a:off x="8134960" y="2103120"/>
            <a:ext cx="128016" cy="128016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Eyebrow line 1"/>
          <p:cNvSpPr/>
          <p:nvPr/>
        </p:nvSpPr>
        <p:spPr>
          <a:xfrm>
            <a:off x="7376008" y="2167128"/>
            <a:ext cx="731520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371600" y="1938528"/>
            <a:ext cx="9448495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1800" spc="1200" kern="0" dirty="0">
                <a:solidFill>
                  <a:schemeClr val="accent2"/>
                </a:solidFill>
              </a:rPr>
              <a:t>제 6 순서</a:t>
            </a:r>
            <a:endParaRPr lang="en-US" sz="18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468880"/>
            <a:ext cx="10728655" cy="1463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6600" b="1" spc="1000" kern="0" dirty="0">
                <a:solidFill>
                  <a:schemeClr val="accent2"/>
                </a:solidFill>
                <a:effectLst>
                  <a:glow rad="63500">
                    <a:srgbClr val="D4AF5F">
                      <a:alpha val="35000"/>
                    </a:srgbClr>
                  </a:glow>
                </a:effectLst>
              </a:rPr>
              <a:t>축사</a:t>
            </a:r>
            <a:endParaRPr lang="en-US" sz="6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645920" y="4114800"/>
            <a:ext cx="8899855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000" b="1" spc="300" kern="0" dirty="0">
                <a:solidFill>
                  <a:schemeClr val="accent2"/>
                </a:solidFill>
              </a:rPr>
              <a:t>내빈 대표</a:t>
            </a: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chemeClr val="bg1"/>
                </a:solidFill>
              </a:rPr>
              <a:t>축하의 말씀을 전해 주십니다.</a:t>
            </a:r>
            <a:endParaRPr lang="en-US" sz="2000" dirty="0"/>
          </a:p>
        </p:txBody>
      </p:sp>
      <p:sp>
        <p:nvSpPr>
          <p:cNvPr id="5" name="Eyebrow diamond -1"/>
          <p:cNvSpPr/>
          <p:nvPr/>
        </p:nvSpPr>
        <p:spPr>
          <a:xfrm>
            <a:off x="3928720" y="2103120"/>
            <a:ext cx="128016" cy="128016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Eyebrow line -1"/>
          <p:cNvSpPr/>
          <p:nvPr/>
        </p:nvSpPr>
        <p:spPr>
          <a:xfrm>
            <a:off x="4084168" y="2167128"/>
            <a:ext cx="731520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7" name="Eyebrow diamond 1"/>
          <p:cNvSpPr/>
          <p:nvPr/>
        </p:nvSpPr>
        <p:spPr>
          <a:xfrm>
            <a:off x="8134960" y="2103120"/>
            <a:ext cx="128016" cy="128016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Eyebrow line 1"/>
          <p:cNvSpPr/>
          <p:nvPr/>
        </p:nvSpPr>
        <p:spPr>
          <a:xfrm>
            <a:off x="7376008" y="2167128"/>
            <a:ext cx="731520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371600" y="1938528"/>
            <a:ext cx="9448495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1800" spc="1200" kern="0" dirty="0">
                <a:solidFill>
                  <a:schemeClr val="accent2"/>
                </a:solidFill>
              </a:rPr>
              <a:t>제 7 순서</a:t>
            </a:r>
            <a:endParaRPr lang="en-US" sz="18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468880"/>
            <a:ext cx="10728655" cy="1463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6600" b="1" spc="1000" kern="0" dirty="0">
                <a:solidFill>
                  <a:schemeClr val="accent2"/>
                </a:solidFill>
                <a:effectLst>
                  <a:glow rad="63500">
                    <a:srgbClr val="D4AF5F">
                      <a:alpha val="35000"/>
                    </a:srgbClr>
                  </a:glow>
                </a:effectLst>
              </a:rPr>
              <a:t>감사패 수여</a:t>
            </a:r>
            <a:endParaRPr lang="en-US" sz="6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645920" y="4114800"/>
            <a:ext cx="8899855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000" b="1" spc="300" kern="0" dirty="0">
                <a:solidFill>
                  <a:schemeClr val="accent2"/>
                </a:solidFill>
              </a:rPr>
              <a:t>회장</a:t>
            </a: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chemeClr val="bg1"/>
                </a:solidFill>
              </a:rPr>
              <a:t>공로자 및 유공 단체에 감사의 뜻을 전합니다.</a:t>
            </a:r>
            <a:endParaRPr lang="en-US" sz="2000" dirty="0"/>
          </a:p>
        </p:txBody>
      </p:sp>
      <p:sp>
        <p:nvSpPr>
          <p:cNvPr id="5" name="Eyebrow diamond -1"/>
          <p:cNvSpPr/>
          <p:nvPr/>
        </p:nvSpPr>
        <p:spPr>
          <a:xfrm>
            <a:off x="3928720" y="2103120"/>
            <a:ext cx="128016" cy="128016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Eyebrow line -1"/>
          <p:cNvSpPr/>
          <p:nvPr/>
        </p:nvSpPr>
        <p:spPr>
          <a:xfrm>
            <a:off x="4084168" y="2167128"/>
            <a:ext cx="731520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7" name="Eyebrow diamond 1"/>
          <p:cNvSpPr/>
          <p:nvPr/>
        </p:nvSpPr>
        <p:spPr>
          <a:xfrm>
            <a:off x="8134960" y="2103120"/>
            <a:ext cx="128016" cy="128016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Eyebrow line 1"/>
          <p:cNvSpPr/>
          <p:nvPr/>
        </p:nvSpPr>
        <p:spPr>
          <a:xfrm>
            <a:off x="7376008" y="2167128"/>
            <a:ext cx="731520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371600" y="1938528"/>
            <a:ext cx="9448495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1800" spc="1200" kern="0" dirty="0">
                <a:solidFill>
                  <a:schemeClr val="accent2"/>
                </a:solidFill>
              </a:rPr>
              <a:t>제 8 순서</a:t>
            </a:r>
            <a:endParaRPr lang="en-US" sz="18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468880"/>
            <a:ext cx="10728655" cy="1463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6600" b="1" spc="1000" kern="0" dirty="0">
                <a:solidFill>
                  <a:schemeClr val="accent2"/>
                </a:solidFill>
                <a:effectLst>
                  <a:glow rad="63500">
                    <a:srgbClr val="D4AF5F">
                      <a:alpha val="35000"/>
                    </a:srgbClr>
                  </a:glow>
                </a:effectLst>
              </a:rPr>
              <a:t>기념 촬영</a:t>
            </a:r>
            <a:endParaRPr lang="en-US" sz="6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645920" y="4114800"/>
            <a:ext cx="8899855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000" b="1" spc="300" kern="0" dirty="0">
                <a:solidFill>
                  <a:schemeClr val="accent2"/>
                </a:solidFill>
              </a:rPr>
              <a:t>참석자 전원</a:t>
            </a: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chemeClr val="bg1"/>
                </a:solidFill>
              </a:rPr>
              <a:t>무대 앞으로 모여 주시기 바랍니다.</a:t>
            </a:r>
            <a:endParaRPr lang="en-US" sz="2000" dirty="0"/>
          </a:p>
        </p:txBody>
      </p:sp>
      <p:sp>
        <p:nvSpPr>
          <p:cNvPr id="5" name="Eyebrow diamond -1"/>
          <p:cNvSpPr/>
          <p:nvPr/>
        </p:nvSpPr>
        <p:spPr>
          <a:xfrm>
            <a:off x="3928720" y="2103120"/>
            <a:ext cx="128016" cy="128016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Eyebrow line -1"/>
          <p:cNvSpPr/>
          <p:nvPr/>
        </p:nvSpPr>
        <p:spPr>
          <a:xfrm>
            <a:off x="4084168" y="2167128"/>
            <a:ext cx="731520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7" name="Eyebrow diamond 1"/>
          <p:cNvSpPr/>
          <p:nvPr/>
        </p:nvSpPr>
        <p:spPr>
          <a:xfrm>
            <a:off x="8134960" y="2103120"/>
            <a:ext cx="128016" cy="128016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Eyebrow line 1"/>
          <p:cNvSpPr/>
          <p:nvPr/>
        </p:nvSpPr>
        <p:spPr>
          <a:xfrm>
            <a:off x="7376008" y="2167128"/>
            <a:ext cx="731520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371600" y="1938528"/>
            <a:ext cx="9448495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1800" spc="1200" kern="0" dirty="0">
                <a:solidFill>
                  <a:schemeClr val="accent2"/>
                </a:solidFill>
              </a:rPr>
              <a:t>제 9 순서</a:t>
            </a:r>
            <a:endParaRPr lang="en-US" sz="18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468880"/>
            <a:ext cx="10728655" cy="1463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6600" b="1" spc="1000" kern="0" dirty="0">
                <a:solidFill>
                  <a:schemeClr val="accent2"/>
                </a:solidFill>
                <a:effectLst>
                  <a:glow rad="63500">
                    <a:srgbClr val="D4AF5F">
                      <a:alpha val="35000"/>
                    </a:srgbClr>
                  </a:glow>
                </a:effectLst>
              </a:rPr>
              <a:t>폐회</a:t>
            </a:r>
            <a:endParaRPr lang="en-US" sz="6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645920" y="4114800"/>
            <a:ext cx="8899855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000" b="1" spc="300" kern="0" dirty="0">
                <a:solidFill>
                  <a:schemeClr val="accent2"/>
                </a:solidFill>
              </a:rPr>
              <a:t>사회자</a:t>
            </a: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chemeClr val="bg1"/>
                </a:solidFill>
              </a:rPr>
              <a:t>만찬은 2층 연회장에서 이어집니다.</a:t>
            </a:r>
            <a:endParaRPr lang="en-US" sz="2000" dirty="0"/>
          </a:p>
        </p:txBody>
      </p:sp>
      <p:sp>
        <p:nvSpPr>
          <p:cNvPr id="5" name="Eyebrow diamond -1"/>
          <p:cNvSpPr/>
          <p:nvPr/>
        </p:nvSpPr>
        <p:spPr>
          <a:xfrm>
            <a:off x="3928720" y="2103120"/>
            <a:ext cx="128016" cy="128016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Eyebrow line -1"/>
          <p:cNvSpPr/>
          <p:nvPr/>
        </p:nvSpPr>
        <p:spPr>
          <a:xfrm>
            <a:off x="4084168" y="2167128"/>
            <a:ext cx="731520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7" name="Eyebrow diamond 1"/>
          <p:cNvSpPr/>
          <p:nvPr/>
        </p:nvSpPr>
        <p:spPr>
          <a:xfrm>
            <a:off x="8134960" y="2103120"/>
            <a:ext cx="128016" cy="128016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Eyebrow line 1"/>
          <p:cNvSpPr/>
          <p:nvPr/>
        </p:nvSpPr>
        <p:spPr>
          <a:xfrm>
            <a:off x="7376008" y="2167128"/>
            <a:ext cx="731520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68680" y="731520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spc="600" kern="0" dirty="0">
                <a:solidFill>
                  <a:schemeClr val="accent2"/>
                </a:solidFill>
                <a:effectLst>
                  <a:glow rad="63500">
                    <a:srgbClr val="D4AF5F">
                      <a:alpha val="30000"/>
                    </a:srgbClr>
                  </a:glow>
                </a:effectLst>
              </a:rPr>
              <a:t>내빈 소개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68680" y="157276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spc="700" kern="0" dirty="0">
                <a:solidFill>
                  <a:schemeClr val="accent1"/>
                </a:solidFill>
              </a:rPr>
              <a:t>DISTINGUISHED GUESTS</a:t>
            </a:r>
            <a:endParaRPr lang="en-US" sz="1100" dirty="0"/>
          </a:p>
        </p:txBody>
      </p:sp>
      <p:sp>
        <p:nvSpPr>
          <p:cNvPr id="4" name="Guest card 1"/>
          <p:cNvSpPr/>
          <p:nvPr/>
        </p:nvSpPr>
        <p:spPr>
          <a:xfrm>
            <a:off x="914400" y="2194560"/>
            <a:ext cx="3291840" cy="1783080"/>
          </a:xfrm>
          <a:prstGeom prst="rect">
            <a:avLst/>
          </a:prstGeom>
          <a:solidFill>
            <a:schemeClr val="tx2">
              <a:alpha val="75000"/>
            </a:schemeClr>
          </a:solidFill>
          <a:ln w="158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45000"/>
              </a:srgbClr>
            </a:outerShdw>
          </a:effectLst>
        </p:spPr>
      </p:sp>
      <p:sp>
        <p:nvSpPr>
          <p:cNvPr id="5" name="Guest inner 1"/>
          <p:cNvSpPr/>
          <p:nvPr/>
        </p:nvSpPr>
        <p:spPr>
          <a:xfrm>
            <a:off x="1005840" y="2286000"/>
            <a:ext cx="3108960" cy="1600200"/>
          </a:xfrm>
          <a:prstGeom prst="rect">
            <a:avLst/>
          </a:prstGeom>
          <a:solidFill>
            <a:schemeClr val="tx2">
              <a:alpha val="0"/>
            </a:schemeClr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6" name="Guest mark 1"/>
          <p:cNvSpPr/>
          <p:nvPr/>
        </p:nvSpPr>
        <p:spPr>
          <a:xfrm>
            <a:off x="2478024" y="2487168"/>
            <a:ext cx="164592" cy="164592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Guest name 1"/>
          <p:cNvSpPr txBox="1"/>
          <p:nvPr/>
        </p:nvSpPr>
        <p:spPr>
          <a:xfrm>
            <a:off x="914400" y="27432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spc="600" kern="0" dirty="0">
                <a:solidFill>
                  <a:schemeClr val="accent2"/>
                </a:solidFill>
                <a:effectLst>
                  <a:glow rad="63500">
                    <a:srgbClr val="D4AF5F">
                      <a:alpha val="30000"/>
                    </a:srgbClr>
                  </a:glow>
                </a:effectLst>
                <a:latin typeface="나눔명조" pitchFamily="34" charset="0"/>
                <a:ea typeface="나눔명조" pitchFamily="34" charset="-122"/>
                <a:cs typeface="나눔명조" pitchFamily="34" charset="-120"/>
              </a:rPr>
              <a:t>○○○</a:t>
            </a:r>
            <a:endParaRPr lang="en-US" sz="2800" dirty="0"/>
          </a:p>
        </p:txBody>
      </p:sp>
      <p:sp>
        <p:nvSpPr>
          <p:cNvPr id="8" name="Guest role 1"/>
          <p:cNvSpPr txBox="1"/>
          <p:nvPr/>
        </p:nvSpPr>
        <p:spPr>
          <a:xfrm>
            <a:off x="914400" y="340156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○○시장</a:t>
            </a:r>
            <a:endParaRPr lang="en-US" sz="1400" dirty="0"/>
          </a:p>
        </p:txBody>
      </p:sp>
      <p:sp>
        <p:nvSpPr>
          <p:cNvPr id="9" name="Guest card 2"/>
          <p:cNvSpPr/>
          <p:nvPr/>
        </p:nvSpPr>
        <p:spPr>
          <a:xfrm>
            <a:off x="4480560" y="2194560"/>
            <a:ext cx="3291840" cy="1783080"/>
          </a:xfrm>
          <a:prstGeom prst="rect">
            <a:avLst/>
          </a:prstGeom>
          <a:solidFill>
            <a:schemeClr val="tx2">
              <a:alpha val="75000"/>
            </a:schemeClr>
          </a:solidFill>
          <a:ln w="158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45000"/>
              </a:srgbClr>
            </a:outerShdw>
          </a:effectLst>
        </p:spPr>
      </p:sp>
      <p:sp>
        <p:nvSpPr>
          <p:cNvPr id="10" name="Guest inner 2"/>
          <p:cNvSpPr/>
          <p:nvPr/>
        </p:nvSpPr>
        <p:spPr>
          <a:xfrm>
            <a:off x="4572000" y="2286000"/>
            <a:ext cx="3108960" cy="1600200"/>
          </a:xfrm>
          <a:prstGeom prst="rect">
            <a:avLst/>
          </a:prstGeom>
          <a:solidFill>
            <a:schemeClr val="tx2">
              <a:alpha val="0"/>
            </a:schemeClr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11" name="Guest mark 2"/>
          <p:cNvSpPr/>
          <p:nvPr/>
        </p:nvSpPr>
        <p:spPr>
          <a:xfrm>
            <a:off x="6044184" y="2487168"/>
            <a:ext cx="164592" cy="164592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Guest name 2"/>
          <p:cNvSpPr txBox="1"/>
          <p:nvPr/>
        </p:nvSpPr>
        <p:spPr>
          <a:xfrm>
            <a:off x="4480560" y="27432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spc="600" kern="0" dirty="0">
                <a:solidFill>
                  <a:schemeClr val="accent2"/>
                </a:solidFill>
                <a:effectLst>
                  <a:glow rad="63500">
                    <a:srgbClr val="D4AF5F">
                      <a:alpha val="30000"/>
                    </a:srgbClr>
                  </a:glow>
                </a:effectLst>
                <a:latin typeface="나눔명조" pitchFamily="34" charset="0"/>
                <a:ea typeface="나눔명조" pitchFamily="34" charset="-122"/>
                <a:cs typeface="나눔명조" pitchFamily="34" charset="-120"/>
              </a:rPr>
              <a:t>○○○</a:t>
            </a:r>
            <a:endParaRPr lang="en-US" sz="2800" dirty="0"/>
          </a:p>
        </p:txBody>
      </p:sp>
      <p:sp>
        <p:nvSpPr>
          <p:cNvPr id="13" name="Guest role 2"/>
          <p:cNvSpPr txBox="1"/>
          <p:nvPr/>
        </p:nvSpPr>
        <p:spPr>
          <a:xfrm>
            <a:off x="4480560" y="340156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○○시의회 의장</a:t>
            </a:r>
            <a:endParaRPr lang="en-US" sz="1400" dirty="0"/>
          </a:p>
        </p:txBody>
      </p:sp>
      <p:sp>
        <p:nvSpPr>
          <p:cNvPr id="14" name="Guest card 3"/>
          <p:cNvSpPr/>
          <p:nvPr/>
        </p:nvSpPr>
        <p:spPr>
          <a:xfrm>
            <a:off x="8046720" y="2194560"/>
            <a:ext cx="3291840" cy="1783080"/>
          </a:xfrm>
          <a:prstGeom prst="rect">
            <a:avLst/>
          </a:prstGeom>
          <a:solidFill>
            <a:schemeClr val="tx2">
              <a:alpha val="75000"/>
            </a:schemeClr>
          </a:solidFill>
          <a:ln w="158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45000"/>
              </a:srgbClr>
            </a:outerShdw>
          </a:effectLst>
        </p:spPr>
      </p:sp>
      <p:sp>
        <p:nvSpPr>
          <p:cNvPr id="15" name="Guest inner 3"/>
          <p:cNvSpPr/>
          <p:nvPr/>
        </p:nvSpPr>
        <p:spPr>
          <a:xfrm>
            <a:off x="8138160" y="2286000"/>
            <a:ext cx="3108960" cy="1600200"/>
          </a:xfrm>
          <a:prstGeom prst="rect">
            <a:avLst/>
          </a:prstGeom>
          <a:solidFill>
            <a:schemeClr val="tx2">
              <a:alpha val="0"/>
            </a:schemeClr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16" name="Guest mark 3"/>
          <p:cNvSpPr/>
          <p:nvPr/>
        </p:nvSpPr>
        <p:spPr>
          <a:xfrm>
            <a:off x="9610344" y="2487168"/>
            <a:ext cx="164592" cy="164592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Guest name 3"/>
          <p:cNvSpPr txBox="1"/>
          <p:nvPr/>
        </p:nvSpPr>
        <p:spPr>
          <a:xfrm>
            <a:off x="8046720" y="27432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spc="600" kern="0" dirty="0">
                <a:solidFill>
                  <a:schemeClr val="accent2"/>
                </a:solidFill>
                <a:effectLst>
                  <a:glow rad="63500">
                    <a:srgbClr val="D4AF5F">
                      <a:alpha val="30000"/>
                    </a:srgbClr>
                  </a:glow>
                </a:effectLst>
                <a:latin typeface="나눔명조" pitchFamily="34" charset="0"/>
                <a:ea typeface="나눔명조" pitchFamily="34" charset="-122"/>
                <a:cs typeface="나눔명조" pitchFamily="34" charset="-120"/>
              </a:rPr>
              <a:t>○○○</a:t>
            </a:r>
            <a:endParaRPr lang="en-US" sz="2800" dirty="0"/>
          </a:p>
        </p:txBody>
      </p:sp>
      <p:sp>
        <p:nvSpPr>
          <p:cNvPr id="18" name="Guest role 3"/>
          <p:cNvSpPr txBox="1"/>
          <p:nvPr/>
        </p:nvSpPr>
        <p:spPr>
          <a:xfrm>
            <a:off x="8046720" y="340156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○○대학교 총장</a:t>
            </a:r>
            <a:endParaRPr lang="en-US" sz="1400" dirty="0"/>
          </a:p>
        </p:txBody>
      </p:sp>
      <p:sp>
        <p:nvSpPr>
          <p:cNvPr id="19" name="Guest card 4"/>
          <p:cNvSpPr/>
          <p:nvPr/>
        </p:nvSpPr>
        <p:spPr>
          <a:xfrm>
            <a:off x="914400" y="4251960"/>
            <a:ext cx="3291840" cy="1783080"/>
          </a:xfrm>
          <a:prstGeom prst="rect">
            <a:avLst/>
          </a:prstGeom>
          <a:solidFill>
            <a:schemeClr val="tx2">
              <a:alpha val="75000"/>
            </a:schemeClr>
          </a:solidFill>
          <a:ln w="158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45000"/>
              </a:srgbClr>
            </a:outerShdw>
          </a:effectLst>
        </p:spPr>
      </p:sp>
      <p:sp>
        <p:nvSpPr>
          <p:cNvPr id="20" name="Guest inner 4"/>
          <p:cNvSpPr/>
          <p:nvPr/>
        </p:nvSpPr>
        <p:spPr>
          <a:xfrm>
            <a:off x="1005840" y="4343400"/>
            <a:ext cx="3108960" cy="1600200"/>
          </a:xfrm>
          <a:prstGeom prst="rect">
            <a:avLst/>
          </a:prstGeom>
          <a:solidFill>
            <a:schemeClr val="tx2">
              <a:alpha val="0"/>
            </a:schemeClr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21" name="Guest mark 4"/>
          <p:cNvSpPr/>
          <p:nvPr/>
        </p:nvSpPr>
        <p:spPr>
          <a:xfrm>
            <a:off x="2478024" y="4544568"/>
            <a:ext cx="164592" cy="164592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Guest name 4"/>
          <p:cNvSpPr txBox="1"/>
          <p:nvPr/>
        </p:nvSpPr>
        <p:spPr>
          <a:xfrm>
            <a:off x="914400" y="48006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spc="600" kern="0" dirty="0">
                <a:solidFill>
                  <a:schemeClr val="accent2"/>
                </a:solidFill>
                <a:effectLst>
                  <a:glow rad="63500">
                    <a:srgbClr val="D4AF5F">
                      <a:alpha val="30000"/>
                    </a:srgbClr>
                  </a:glow>
                </a:effectLst>
                <a:latin typeface="나눔명조" pitchFamily="34" charset="0"/>
                <a:ea typeface="나눔명조" pitchFamily="34" charset="-122"/>
                <a:cs typeface="나눔명조" pitchFamily="34" charset="-120"/>
              </a:rPr>
              <a:t>○○○</a:t>
            </a:r>
            <a:endParaRPr lang="en-US" sz="2800" dirty="0"/>
          </a:p>
        </p:txBody>
      </p:sp>
      <p:sp>
        <p:nvSpPr>
          <p:cNvPr id="23" name="Guest role 4"/>
          <p:cNvSpPr txBox="1"/>
          <p:nvPr/>
        </p:nvSpPr>
        <p:spPr>
          <a:xfrm>
            <a:off x="914400" y="545896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○○상공회의소 회장</a:t>
            </a:r>
            <a:endParaRPr lang="en-US" sz="1400" dirty="0"/>
          </a:p>
        </p:txBody>
      </p:sp>
      <p:sp>
        <p:nvSpPr>
          <p:cNvPr id="24" name="Guest card 5"/>
          <p:cNvSpPr/>
          <p:nvPr/>
        </p:nvSpPr>
        <p:spPr>
          <a:xfrm>
            <a:off x="4480560" y="4251960"/>
            <a:ext cx="3291840" cy="1783080"/>
          </a:xfrm>
          <a:prstGeom prst="rect">
            <a:avLst/>
          </a:prstGeom>
          <a:solidFill>
            <a:schemeClr val="tx2">
              <a:alpha val="75000"/>
            </a:schemeClr>
          </a:solidFill>
          <a:ln w="158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45000"/>
              </a:srgbClr>
            </a:outerShdw>
          </a:effectLst>
        </p:spPr>
      </p:sp>
      <p:sp>
        <p:nvSpPr>
          <p:cNvPr id="25" name="Guest inner 5"/>
          <p:cNvSpPr/>
          <p:nvPr/>
        </p:nvSpPr>
        <p:spPr>
          <a:xfrm>
            <a:off x="4572000" y="4343400"/>
            <a:ext cx="3108960" cy="1600200"/>
          </a:xfrm>
          <a:prstGeom prst="rect">
            <a:avLst/>
          </a:prstGeom>
          <a:solidFill>
            <a:schemeClr val="tx2">
              <a:alpha val="0"/>
            </a:schemeClr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26" name="Guest mark 5"/>
          <p:cNvSpPr/>
          <p:nvPr/>
        </p:nvSpPr>
        <p:spPr>
          <a:xfrm>
            <a:off x="6044184" y="4544568"/>
            <a:ext cx="164592" cy="164592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7" name="Guest name 5"/>
          <p:cNvSpPr txBox="1"/>
          <p:nvPr/>
        </p:nvSpPr>
        <p:spPr>
          <a:xfrm>
            <a:off x="4480560" y="48006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spc="600" kern="0" dirty="0">
                <a:solidFill>
                  <a:schemeClr val="accent2"/>
                </a:solidFill>
                <a:effectLst>
                  <a:glow rad="63500">
                    <a:srgbClr val="D4AF5F">
                      <a:alpha val="30000"/>
                    </a:srgbClr>
                  </a:glow>
                </a:effectLst>
                <a:latin typeface="나눔명조" pitchFamily="34" charset="0"/>
                <a:ea typeface="나눔명조" pitchFamily="34" charset="-122"/>
                <a:cs typeface="나눔명조" pitchFamily="34" charset="-120"/>
              </a:rPr>
              <a:t>○○○</a:t>
            </a:r>
            <a:endParaRPr lang="en-US" sz="2800" dirty="0"/>
          </a:p>
        </p:txBody>
      </p:sp>
      <p:sp>
        <p:nvSpPr>
          <p:cNvPr id="28" name="Guest role 5"/>
          <p:cNvSpPr txBox="1"/>
          <p:nvPr/>
        </p:nvSpPr>
        <p:spPr>
          <a:xfrm>
            <a:off x="4480560" y="545896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○○재단 이사장</a:t>
            </a:r>
            <a:endParaRPr lang="en-US" sz="1400" dirty="0"/>
          </a:p>
        </p:txBody>
      </p:sp>
      <p:sp>
        <p:nvSpPr>
          <p:cNvPr id="29" name="Guest card 6"/>
          <p:cNvSpPr/>
          <p:nvPr/>
        </p:nvSpPr>
        <p:spPr>
          <a:xfrm>
            <a:off x="8046720" y="4251960"/>
            <a:ext cx="3291840" cy="1783080"/>
          </a:xfrm>
          <a:prstGeom prst="rect">
            <a:avLst/>
          </a:prstGeom>
          <a:solidFill>
            <a:schemeClr val="tx2">
              <a:alpha val="75000"/>
            </a:schemeClr>
          </a:solidFill>
          <a:ln w="158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45000"/>
              </a:srgbClr>
            </a:outerShdw>
          </a:effectLst>
        </p:spPr>
      </p:sp>
      <p:sp>
        <p:nvSpPr>
          <p:cNvPr id="30" name="Guest inner 6"/>
          <p:cNvSpPr/>
          <p:nvPr/>
        </p:nvSpPr>
        <p:spPr>
          <a:xfrm>
            <a:off x="8138160" y="4343400"/>
            <a:ext cx="3108960" cy="1600200"/>
          </a:xfrm>
          <a:prstGeom prst="rect">
            <a:avLst/>
          </a:prstGeom>
          <a:solidFill>
            <a:schemeClr val="tx2">
              <a:alpha val="0"/>
            </a:schemeClr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31" name="Guest mark 6"/>
          <p:cNvSpPr/>
          <p:nvPr/>
        </p:nvSpPr>
        <p:spPr>
          <a:xfrm>
            <a:off x="9610344" y="4544568"/>
            <a:ext cx="164592" cy="164592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Guest name 6"/>
          <p:cNvSpPr txBox="1"/>
          <p:nvPr/>
        </p:nvSpPr>
        <p:spPr>
          <a:xfrm>
            <a:off x="8046720" y="48006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spc="600" kern="0" dirty="0">
                <a:solidFill>
                  <a:schemeClr val="accent2"/>
                </a:solidFill>
                <a:effectLst>
                  <a:glow rad="63500">
                    <a:srgbClr val="D4AF5F">
                      <a:alpha val="30000"/>
                    </a:srgbClr>
                  </a:glow>
                </a:effectLst>
                <a:latin typeface="나눔명조" pitchFamily="34" charset="0"/>
                <a:ea typeface="나눔명조" pitchFamily="34" charset="-122"/>
                <a:cs typeface="나눔명조" pitchFamily="34" charset="-120"/>
              </a:rPr>
              <a:t>○○○</a:t>
            </a:r>
            <a:endParaRPr lang="en-US" sz="2800" dirty="0"/>
          </a:p>
        </p:txBody>
      </p:sp>
      <p:sp>
        <p:nvSpPr>
          <p:cNvPr id="33" name="Guest role 6"/>
          <p:cNvSpPr txBox="1"/>
          <p:nvPr/>
        </p:nvSpPr>
        <p:spPr>
          <a:xfrm>
            <a:off x="8046720" y="545896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○○협회 명예회장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371600" y="1965960"/>
            <a:ext cx="9448495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1700" spc="1000" kern="0" dirty="0">
                <a:solidFill>
                  <a:schemeClr val="accent2"/>
                </a:solidFill>
              </a:rPr>
              <a:t>THANK YOU</a:t>
            </a:r>
            <a:endParaRPr lang="en-US" sz="17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514600"/>
            <a:ext cx="10728655" cy="1417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5800" b="1" spc="400" kern="0" dirty="0">
                <a:solidFill>
                  <a:schemeClr val="accent2"/>
                </a:solidFill>
                <a:effectLst>
                  <a:glow rad="63500">
                    <a:srgbClr val="D4AF5F">
                      <a:alpha val="35000"/>
                    </a:srgbClr>
                  </a:glow>
                </a:effectLst>
              </a:rPr>
              <a:t>감사합니다</a:t>
            </a:r>
            <a:endParaRPr lang="en-US" sz="5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371600" y="4160520"/>
            <a:ext cx="9448495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함께해 주신 내빈 여러분께 깊이 감사드립니다</a:t>
            </a:r>
            <a:endParaRPr lang="en-US" sz="19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1371600" y="461772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chemeClr val="accent3"/>
                </a:solidFill>
              </a:rPr>
              <a:t>만찬은 2층 연회장에서 이어집니다</a:t>
            </a:r>
            <a:endParaRPr lang="en-US" sz="1400" dirty="0"/>
          </a:p>
        </p:txBody>
      </p:sp>
      <p:sp>
        <p:nvSpPr>
          <p:cNvPr id="6" name="Eyebrow diamond -1"/>
          <p:cNvSpPr/>
          <p:nvPr/>
        </p:nvSpPr>
        <p:spPr>
          <a:xfrm>
            <a:off x="3837280" y="2103120"/>
            <a:ext cx="128016" cy="128016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Eyebrow line -1"/>
          <p:cNvSpPr/>
          <p:nvPr/>
        </p:nvSpPr>
        <p:spPr>
          <a:xfrm>
            <a:off x="3992728" y="2167128"/>
            <a:ext cx="731520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8" name="Eyebrow diamond 1"/>
          <p:cNvSpPr/>
          <p:nvPr/>
        </p:nvSpPr>
        <p:spPr>
          <a:xfrm>
            <a:off x="8226400" y="2103120"/>
            <a:ext cx="128016" cy="128016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Eyebrow line 1"/>
          <p:cNvSpPr/>
          <p:nvPr/>
        </p:nvSpPr>
        <p:spPr>
          <a:xfrm>
            <a:off x="7467448" y="2167128"/>
            <a:ext cx="731520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Gala Deco">
  <a:themeElements>
    <a:clrScheme name="Gala Deco">
      <a:dk1>
        <a:srgbClr val="070B18"/>
      </a:dk1>
      <a:lt1>
        <a:srgbClr val="FFFFFF"/>
      </a:lt1>
      <a:dk2>
        <a:srgbClr val="16224A"/>
      </a:dk2>
      <a:lt2>
        <a:srgbClr val="F5EEDC"/>
      </a:lt2>
      <a:accent1>
        <a:srgbClr val="D4AF5F"/>
      </a:accent1>
      <a:accent2>
        <a:srgbClr val="F0D696"/>
      </a:accent2>
      <a:accent3>
        <a:srgbClr val="9AA6C4"/>
      </a:accent3>
      <a:accent4>
        <a:srgbClr val="B8933F"/>
      </a:accent4>
      <a:accent5>
        <a:srgbClr val="2A3A6E"/>
      </a:accent5>
      <a:accent6>
        <a:srgbClr val="FFF4D6"/>
      </a:accent6>
      <a:hlink>
        <a:srgbClr val="D4AF5F"/>
      </a:hlink>
      <a:folHlink>
        <a:srgbClr val="F0D696"/>
      </a:folHlink>
    </a:clrScheme>
    <a:fontScheme name="Gala Deco">
      <a:majorFont>
        <a:latin typeface="나눔명조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내빈 행사 식순</dc:title>
  <dc:subject>PptxGenJS Presentation</dc:subject>
  <dc:creator>Event Office</dc:creator>
  <cp:lastModifiedBy>Event Office</cp:lastModifiedBy>
  <cp:revision>1</cp:revision>
  <dcterms:created xsi:type="dcterms:W3CDTF">2026-10-19T09:56:03Z</dcterms:created>
  <dcterms:modified xsi:type="dcterms:W3CDTF">2026-10-19T09:56:03Z</dcterms:modified>
</cp:coreProperties>
</file>