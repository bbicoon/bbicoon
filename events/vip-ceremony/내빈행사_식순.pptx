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오프닝" id="{ea52f828-bd7d-0026-7263-976e43dd4256}">
          <p14:sldIdLst>
            <p14:sldId id="256"/>
            <p14:sldId id="257"/>
          </p14:sldIdLst>
        </p14:section>
        <p14:section name="식순" id="{f1da03ad-d652-aca6-446c-975d9eba16ef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내빈" id="{65403c95-edc6-bc65-a8b1-17ea2b1ac738}">
          <p14:sldIdLst>
            <p14:sldId id="268"/>
          </p14:sldIdLst>
        </p14:section>
        <p14:section name="클로징" id="{63b3fe58-7243-b241-c9a9-a1f55644158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행사 시작 전 대기 화면 및 개회 시 타이틀 화면으로 사용합니다. 행사명·일시·장소는 텍스트만 교체하면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착석 안내용 대기 화면입니다. 휴대전화 진동 전환 안내 문구를 추가해도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식순을 한눈에 보여 주는 화면입니다. 담당자명(회장, 사무총장 등)은 실제 직함·성함으로 바꿔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개회 선언 - 사회자. 설명 문구는 행사에 맞게 수정하세요.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국민의례 - 참석자 전원. 설명 문구는 행사에 맞게 수정하세요.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내빈 소개 - 사회자. 설명 문구는 행사에 맞게 수정하세요.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경과보고 - 사무총장. 설명 문구는 행사에 맞게 수정하세요.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기념사 - 회장. 설명 문구는 행사에 맞게 수정하세요.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축사 - 내빈 대표. 설명 문구는 행사에 맞게 수정하세요.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감사패 수여 - 회장. 설명 문구는 행사에 맞게 수정하세요.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기념 촬영 - 참석자 전원. 설명 문구는 행사에 맞게 수정하세요.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폐회 - 사회자. 설명 문구는 행사에 맞게 수정하세요.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내빈 명단 카드입니다. 카드 수가 다르면 카드를 복사/삭제해 사용하세요. 좌석 순서 또는 소개 순서대로 배치합니다.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폐회 후 퇴장 안내 화면입니다.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FOCUS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371600" y="1417320"/>
            <a:ext cx="944849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spc="800" kern="0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800" spc="800" kern="0" dirty="0">
                <a:solidFill>
                  <a:schemeClr val="accent1"/>
                </a:solidFill>
              </a:rPr>
              <a:t>행사 부제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240280"/>
            <a:ext cx="1036289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행사명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371600" y="4160520"/>
            <a:ext cx="9448495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일시 · 장소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685800"/>
            <a:ext cx="1054577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제목</a:t>
            </a:r>
            <a:endParaRPr lang="en-US" sz="3600" dirty="0"/>
          </a:p>
        </p:txBody>
      </p:sp>
      <p:sp>
        <p:nvSpPr>
          <p:cNvPr id="3" name="Corner label"/>
          <p:cNvSpPr txBox="1"/>
          <p:nvPr/>
        </p:nvSpPr>
        <p:spPr>
          <a:xfrm>
            <a:off x="676656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600" kern="0" dirty="0">
                <a:solidFill>
                  <a:schemeClr val="accent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2026 창립 30주년 기념식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1600200"/>
            <a:ext cx="103628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spc="1000" kern="0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2200" spc="1000" kern="0" dirty="0">
                <a:solidFill>
                  <a:schemeClr val="accent1"/>
                </a:solidFill>
              </a:rPr>
              <a:t>순서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377440"/>
            <a:ext cx="1036289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6000" b="1" spc="600" kern="0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6000" b="1" spc="600" kern="0" dirty="0">
                <a:solidFill>
                  <a:schemeClr val="bg1"/>
                </a:solidFill>
              </a:rPr>
              <a:t>순서명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645920" y="4160520"/>
            <a:ext cx="889985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30000"/>
              </a:lnSpc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chemeClr val="accent2"/>
                </a:solidFill>
              </a:rPr>
              <a:t>설명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371600" y="141732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chemeClr val="accent1"/>
                </a:solidFill>
              </a:rPr>
              <a:t>내빈 초청 행사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24028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2026 창립 30주년 기념식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371600" y="416052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2026. 11. 20. (금)  14:00   |   그랜드볼룸 (본관 3층)</a:t>
            </a:r>
            <a:endParaRPr lang="en-US" sz="2000" dirty="0"/>
          </a:p>
        </p:txBody>
      </p:sp>
      <p:sp>
        <p:nvSpPr>
          <p:cNvPr id="5" name="Top line L"/>
          <p:cNvSpPr/>
          <p:nvPr/>
        </p:nvSpPr>
        <p:spPr>
          <a:xfrm>
            <a:off x="4632808" y="2057400"/>
            <a:ext cx="131673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6" name="Top line R"/>
          <p:cNvSpPr/>
          <p:nvPr/>
        </p:nvSpPr>
        <p:spPr>
          <a:xfrm>
            <a:off x="6242152" y="2057400"/>
            <a:ext cx="131673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7" name="Top diamond"/>
          <p:cNvSpPr/>
          <p:nvPr/>
        </p:nvSpPr>
        <p:spPr>
          <a:xfrm>
            <a:off x="6040984" y="200253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ottom line L"/>
          <p:cNvSpPr/>
          <p:nvPr/>
        </p:nvSpPr>
        <p:spPr>
          <a:xfrm>
            <a:off x="4632808" y="4937760"/>
            <a:ext cx="131673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9" name="Bottom line R"/>
          <p:cNvSpPr/>
          <p:nvPr/>
        </p:nvSpPr>
        <p:spPr>
          <a:xfrm>
            <a:off x="6242152" y="4937760"/>
            <a:ext cx="131673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10" name="Bottom diamond"/>
          <p:cNvSpPr/>
          <p:nvPr/>
        </p:nvSpPr>
        <p:spPr>
          <a:xfrm>
            <a:off x="6040984" y="488289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371600" y="141732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chemeClr val="accent1"/>
                </a:solidFill>
              </a:rPr>
              <a:t>WELCOME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24028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잠시 후 행사가 시작됩니다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371600" y="416052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내빈 여러분께서는 자리에 착석해 주시기 바랍니다</a:t>
            </a:r>
            <a:endParaRPr lang="en-US" sz="2000" dirty="0"/>
          </a:p>
        </p:txBody>
      </p:sp>
      <p:sp>
        <p:nvSpPr>
          <p:cNvPr id="5" name="Top line L"/>
          <p:cNvSpPr/>
          <p:nvPr/>
        </p:nvSpPr>
        <p:spPr>
          <a:xfrm>
            <a:off x="4632808" y="2057400"/>
            <a:ext cx="131673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6" name="Top line R"/>
          <p:cNvSpPr/>
          <p:nvPr/>
        </p:nvSpPr>
        <p:spPr>
          <a:xfrm>
            <a:off x="6242152" y="2057400"/>
            <a:ext cx="131673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7" name="Top diamond"/>
          <p:cNvSpPr/>
          <p:nvPr/>
        </p:nvSpPr>
        <p:spPr>
          <a:xfrm>
            <a:off x="6040984" y="200253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ottom line L"/>
          <p:cNvSpPr/>
          <p:nvPr/>
        </p:nvSpPr>
        <p:spPr>
          <a:xfrm>
            <a:off x="4632808" y="4937760"/>
            <a:ext cx="131673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9" name="Bottom line R"/>
          <p:cNvSpPr/>
          <p:nvPr/>
        </p:nvSpPr>
        <p:spPr>
          <a:xfrm>
            <a:off x="6242152" y="4937760"/>
            <a:ext cx="131673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10" name="Bottom diamond"/>
          <p:cNvSpPr/>
          <p:nvPr/>
        </p:nvSpPr>
        <p:spPr>
          <a:xfrm>
            <a:off x="6040984" y="488289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6858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식  순</a:t>
            </a:r>
            <a:endParaRPr lang="en-US" sz="3600" dirty="0"/>
          </a:p>
        </p:txBody>
      </p:sp>
      <p:sp>
        <p:nvSpPr>
          <p:cNvPr id="3" name="Programme caption"/>
          <p:cNvSpPr txBox="1"/>
          <p:nvPr/>
        </p:nvSpPr>
        <p:spPr>
          <a:xfrm>
            <a:off x="82296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chemeClr val="accent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PROGRAMME</a:t>
            </a:r>
            <a:endParaRPr lang="en-US" sz="1200" dirty="0"/>
          </a:p>
        </p:txBody>
      </p:sp>
      <p:sp>
        <p:nvSpPr>
          <p:cNvPr id="4" name="Badge 1"/>
          <p:cNvSpPr/>
          <p:nvPr/>
        </p:nvSpPr>
        <p:spPr>
          <a:xfrm>
            <a:off x="868680" y="2194560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no 1"/>
          <p:cNvSpPr txBox="1"/>
          <p:nvPr/>
        </p:nvSpPr>
        <p:spPr>
          <a:xfrm>
            <a:off x="86868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Item 1"/>
          <p:cNvSpPr txBox="1"/>
          <p:nvPr/>
        </p:nvSpPr>
        <p:spPr>
          <a:xfrm>
            <a:off x="1527048" y="2103120"/>
            <a:ext cx="4325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chemeClr val="bg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개회 선언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사회자</a:t>
            </a:r>
            <a:endParaRPr lang="en-US" sz="2200" dirty="0"/>
          </a:p>
        </p:txBody>
      </p:sp>
      <p:sp>
        <p:nvSpPr>
          <p:cNvPr id="7" name="Rule 1"/>
          <p:cNvSpPr/>
          <p:nvPr/>
        </p:nvSpPr>
        <p:spPr>
          <a:xfrm>
            <a:off x="1527048" y="2825496"/>
            <a:ext cx="4325112" cy="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sysDot"/>
          </a:ln>
        </p:spPr>
      </p:sp>
      <p:sp>
        <p:nvSpPr>
          <p:cNvPr id="8" name="Badge 2"/>
          <p:cNvSpPr/>
          <p:nvPr/>
        </p:nvSpPr>
        <p:spPr>
          <a:xfrm>
            <a:off x="868680" y="2980944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Badge no 2"/>
          <p:cNvSpPr txBox="1"/>
          <p:nvPr/>
        </p:nvSpPr>
        <p:spPr>
          <a:xfrm>
            <a:off x="868680" y="2980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Item 2"/>
          <p:cNvSpPr txBox="1"/>
          <p:nvPr/>
        </p:nvSpPr>
        <p:spPr>
          <a:xfrm>
            <a:off x="1527048" y="2889504"/>
            <a:ext cx="4325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chemeClr val="bg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국민의례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참석자 전원</a:t>
            </a:r>
            <a:endParaRPr lang="en-US" sz="2200" dirty="0"/>
          </a:p>
        </p:txBody>
      </p:sp>
      <p:sp>
        <p:nvSpPr>
          <p:cNvPr id="11" name="Rule 2"/>
          <p:cNvSpPr/>
          <p:nvPr/>
        </p:nvSpPr>
        <p:spPr>
          <a:xfrm>
            <a:off x="1527048" y="3611880"/>
            <a:ext cx="4325112" cy="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sysDot"/>
          </a:ln>
        </p:spPr>
      </p:sp>
      <p:sp>
        <p:nvSpPr>
          <p:cNvPr id="12" name="Badge 3"/>
          <p:cNvSpPr/>
          <p:nvPr/>
        </p:nvSpPr>
        <p:spPr>
          <a:xfrm>
            <a:off x="868680" y="3767328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Badge no 3"/>
          <p:cNvSpPr txBox="1"/>
          <p:nvPr/>
        </p:nvSpPr>
        <p:spPr>
          <a:xfrm>
            <a:off x="868680" y="3767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Item 3"/>
          <p:cNvSpPr txBox="1"/>
          <p:nvPr/>
        </p:nvSpPr>
        <p:spPr>
          <a:xfrm>
            <a:off x="1527048" y="3675888"/>
            <a:ext cx="4325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chemeClr val="bg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내빈 소개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사회자</a:t>
            </a:r>
            <a:endParaRPr lang="en-US" sz="2200" dirty="0"/>
          </a:p>
        </p:txBody>
      </p:sp>
      <p:sp>
        <p:nvSpPr>
          <p:cNvPr id="15" name="Rule 3"/>
          <p:cNvSpPr/>
          <p:nvPr/>
        </p:nvSpPr>
        <p:spPr>
          <a:xfrm>
            <a:off x="1527048" y="4398264"/>
            <a:ext cx="4325112" cy="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sysDot"/>
          </a:ln>
        </p:spPr>
      </p:sp>
      <p:sp>
        <p:nvSpPr>
          <p:cNvPr id="16" name="Badge 4"/>
          <p:cNvSpPr/>
          <p:nvPr/>
        </p:nvSpPr>
        <p:spPr>
          <a:xfrm>
            <a:off x="868680" y="4553712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Badge no 4"/>
          <p:cNvSpPr txBox="1"/>
          <p:nvPr/>
        </p:nvSpPr>
        <p:spPr>
          <a:xfrm>
            <a:off x="868680" y="4553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Item 4"/>
          <p:cNvSpPr txBox="1"/>
          <p:nvPr/>
        </p:nvSpPr>
        <p:spPr>
          <a:xfrm>
            <a:off x="1527048" y="4462272"/>
            <a:ext cx="4325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chemeClr val="bg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경과보고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사무총장</a:t>
            </a:r>
            <a:endParaRPr lang="en-US" sz="2200" dirty="0"/>
          </a:p>
        </p:txBody>
      </p:sp>
      <p:sp>
        <p:nvSpPr>
          <p:cNvPr id="19" name="Rule 4"/>
          <p:cNvSpPr/>
          <p:nvPr/>
        </p:nvSpPr>
        <p:spPr>
          <a:xfrm>
            <a:off x="1527048" y="5184648"/>
            <a:ext cx="4325112" cy="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sysDot"/>
          </a:ln>
        </p:spPr>
      </p:sp>
      <p:sp>
        <p:nvSpPr>
          <p:cNvPr id="20" name="Badge 5"/>
          <p:cNvSpPr/>
          <p:nvPr/>
        </p:nvSpPr>
        <p:spPr>
          <a:xfrm>
            <a:off x="868680" y="5340096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Badge no 5"/>
          <p:cNvSpPr txBox="1"/>
          <p:nvPr/>
        </p:nvSpPr>
        <p:spPr>
          <a:xfrm>
            <a:off x="868680" y="5340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Item 5"/>
          <p:cNvSpPr txBox="1"/>
          <p:nvPr/>
        </p:nvSpPr>
        <p:spPr>
          <a:xfrm>
            <a:off x="1527048" y="5248656"/>
            <a:ext cx="4325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chemeClr val="bg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기념사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회장</a:t>
            </a:r>
            <a:endParaRPr lang="en-US" sz="2200" dirty="0"/>
          </a:p>
        </p:txBody>
      </p:sp>
      <p:sp>
        <p:nvSpPr>
          <p:cNvPr id="23" name="Badge 6"/>
          <p:cNvSpPr/>
          <p:nvPr/>
        </p:nvSpPr>
        <p:spPr>
          <a:xfrm>
            <a:off x="6355080" y="2194560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Badge no 6"/>
          <p:cNvSpPr txBox="1"/>
          <p:nvPr/>
        </p:nvSpPr>
        <p:spPr>
          <a:xfrm>
            <a:off x="635508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Item 6"/>
          <p:cNvSpPr txBox="1"/>
          <p:nvPr/>
        </p:nvSpPr>
        <p:spPr>
          <a:xfrm>
            <a:off x="7013448" y="2103120"/>
            <a:ext cx="4325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chemeClr val="bg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축사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내빈 대표</a:t>
            </a:r>
            <a:endParaRPr lang="en-US" sz="2200" dirty="0"/>
          </a:p>
        </p:txBody>
      </p:sp>
      <p:sp>
        <p:nvSpPr>
          <p:cNvPr id="26" name="Rule 6"/>
          <p:cNvSpPr/>
          <p:nvPr/>
        </p:nvSpPr>
        <p:spPr>
          <a:xfrm>
            <a:off x="7013448" y="2825496"/>
            <a:ext cx="4325112" cy="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sysDot"/>
          </a:ln>
        </p:spPr>
      </p:sp>
      <p:sp>
        <p:nvSpPr>
          <p:cNvPr id="27" name="Badge 7"/>
          <p:cNvSpPr/>
          <p:nvPr/>
        </p:nvSpPr>
        <p:spPr>
          <a:xfrm>
            <a:off x="6355080" y="2980944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Badge no 7"/>
          <p:cNvSpPr txBox="1"/>
          <p:nvPr/>
        </p:nvSpPr>
        <p:spPr>
          <a:xfrm>
            <a:off x="6355080" y="2980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Item 7"/>
          <p:cNvSpPr txBox="1"/>
          <p:nvPr/>
        </p:nvSpPr>
        <p:spPr>
          <a:xfrm>
            <a:off x="7013448" y="2889504"/>
            <a:ext cx="4325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chemeClr val="bg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감사패 수여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회장</a:t>
            </a:r>
            <a:endParaRPr lang="en-US" sz="2200" dirty="0"/>
          </a:p>
        </p:txBody>
      </p:sp>
      <p:sp>
        <p:nvSpPr>
          <p:cNvPr id="30" name="Rule 7"/>
          <p:cNvSpPr/>
          <p:nvPr/>
        </p:nvSpPr>
        <p:spPr>
          <a:xfrm>
            <a:off x="7013448" y="3611880"/>
            <a:ext cx="4325112" cy="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sysDot"/>
          </a:ln>
        </p:spPr>
      </p:sp>
      <p:sp>
        <p:nvSpPr>
          <p:cNvPr id="31" name="Badge 8"/>
          <p:cNvSpPr/>
          <p:nvPr/>
        </p:nvSpPr>
        <p:spPr>
          <a:xfrm>
            <a:off x="6355080" y="3767328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Badge no 8"/>
          <p:cNvSpPr txBox="1"/>
          <p:nvPr/>
        </p:nvSpPr>
        <p:spPr>
          <a:xfrm>
            <a:off x="6355080" y="3767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8</a:t>
            </a:r>
            <a:endParaRPr lang="en-US" sz="1400" dirty="0"/>
          </a:p>
        </p:txBody>
      </p:sp>
      <p:sp>
        <p:nvSpPr>
          <p:cNvPr id="33" name="Item 8"/>
          <p:cNvSpPr txBox="1"/>
          <p:nvPr/>
        </p:nvSpPr>
        <p:spPr>
          <a:xfrm>
            <a:off x="7013448" y="3675888"/>
            <a:ext cx="4325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chemeClr val="bg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기념 촬영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참석자 전원</a:t>
            </a:r>
            <a:endParaRPr lang="en-US" sz="2200" dirty="0"/>
          </a:p>
        </p:txBody>
      </p:sp>
      <p:sp>
        <p:nvSpPr>
          <p:cNvPr id="34" name="Rule 8"/>
          <p:cNvSpPr/>
          <p:nvPr/>
        </p:nvSpPr>
        <p:spPr>
          <a:xfrm>
            <a:off x="7013448" y="4398264"/>
            <a:ext cx="4325112" cy="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sysDot"/>
          </a:ln>
        </p:spPr>
      </p:sp>
      <p:sp>
        <p:nvSpPr>
          <p:cNvPr id="35" name="Badge 9"/>
          <p:cNvSpPr/>
          <p:nvPr/>
        </p:nvSpPr>
        <p:spPr>
          <a:xfrm>
            <a:off x="6355080" y="4553712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Badge no 9"/>
          <p:cNvSpPr txBox="1"/>
          <p:nvPr/>
        </p:nvSpPr>
        <p:spPr>
          <a:xfrm>
            <a:off x="6355080" y="4553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9</a:t>
            </a:r>
            <a:endParaRPr lang="en-US" sz="1400" dirty="0"/>
          </a:p>
        </p:txBody>
      </p:sp>
      <p:sp>
        <p:nvSpPr>
          <p:cNvPr id="37" name="Item 9"/>
          <p:cNvSpPr txBox="1"/>
          <p:nvPr/>
        </p:nvSpPr>
        <p:spPr>
          <a:xfrm>
            <a:off x="7013448" y="4462272"/>
            <a:ext cx="4325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chemeClr val="bg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폐회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사회자</a:t>
            </a:r>
            <a:endParaRPr lang="en-US" sz="2200" dirty="0"/>
          </a:p>
        </p:txBody>
      </p:sp>
      <p:sp>
        <p:nvSpPr>
          <p:cNvPr id="38" name="Rule 9"/>
          <p:cNvSpPr/>
          <p:nvPr/>
        </p:nvSpPr>
        <p:spPr>
          <a:xfrm>
            <a:off x="7013448" y="5184648"/>
            <a:ext cx="4325112" cy="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sysDot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16002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spc="1000" kern="0" dirty="0">
                <a:solidFill>
                  <a:schemeClr val="accent1"/>
                </a:solidFill>
              </a:rPr>
              <a:t>제 1 순서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37744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6000" b="1" spc="600" kern="0" dirty="0">
                <a:solidFill>
                  <a:schemeClr val="bg1"/>
                </a:solidFill>
              </a:rPr>
              <a:t>개회 선언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645920" y="4160520"/>
            <a:ext cx="8899855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</a:rPr>
              <a:t>사회자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chemeClr val="accent2"/>
                </a:solidFill>
              </a:rPr>
              <a:t>행사의 시작을 알립니다.</a:t>
            </a:r>
            <a:endParaRPr lang="en-US" sz="2000" dirty="0"/>
          </a:p>
        </p:txBody>
      </p:sp>
      <p:sp>
        <p:nvSpPr>
          <p:cNvPr id="5" name="Top line L"/>
          <p:cNvSpPr/>
          <p:nvPr/>
        </p:nvSpPr>
        <p:spPr>
          <a:xfrm>
            <a:off x="4907128" y="219456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6" name="Top line R"/>
          <p:cNvSpPr/>
          <p:nvPr/>
        </p:nvSpPr>
        <p:spPr>
          <a:xfrm>
            <a:off x="6242152" y="219456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7" name="Top diamond"/>
          <p:cNvSpPr/>
          <p:nvPr/>
        </p:nvSpPr>
        <p:spPr>
          <a:xfrm>
            <a:off x="6040984" y="213969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ottom line L"/>
          <p:cNvSpPr/>
          <p:nvPr/>
        </p:nvSpPr>
        <p:spPr>
          <a:xfrm>
            <a:off x="4907128" y="393192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9" name="Bottom line R"/>
          <p:cNvSpPr/>
          <p:nvPr/>
        </p:nvSpPr>
        <p:spPr>
          <a:xfrm>
            <a:off x="6242152" y="393192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10" name="Bottom diamond"/>
          <p:cNvSpPr/>
          <p:nvPr/>
        </p:nvSpPr>
        <p:spPr>
          <a:xfrm>
            <a:off x="6040984" y="387705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16002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spc="1000" kern="0" dirty="0">
                <a:solidFill>
                  <a:schemeClr val="accent1"/>
                </a:solidFill>
              </a:rPr>
              <a:t>제 2 순서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37744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6000" b="1" spc="600" kern="0" dirty="0">
                <a:solidFill>
                  <a:schemeClr val="bg1"/>
                </a:solidFill>
              </a:rPr>
              <a:t>국민의례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645920" y="4160520"/>
            <a:ext cx="8899855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</a:rPr>
              <a:t>참석자 전원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chemeClr val="accent2"/>
                </a:solidFill>
              </a:rPr>
              <a:t>국기에 대한 경례 · 애국가 제창 · 순국선열 및 호국영령에 대한 묵념</a:t>
            </a:r>
            <a:endParaRPr lang="en-US" sz="2000" dirty="0"/>
          </a:p>
        </p:txBody>
      </p:sp>
      <p:sp>
        <p:nvSpPr>
          <p:cNvPr id="5" name="Top line L"/>
          <p:cNvSpPr/>
          <p:nvPr/>
        </p:nvSpPr>
        <p:spPr>
          <a:xfrm>
            <a:off x="4907128" y="219456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6" name="Top line R"/>
          <p:cNvSpPr/>
          <p:nvPr/>
        </p:nvSpPr>
        <p:spPr>
          <a:xfrm>
            <a:off x="6242152" y="219456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7" name="Top diamond"/>
          <p:cNvSpPr/>
          <p:nvPr/>
        </p:nvSpPr>
        <p:spPr>
          <a:xfrm>
            <a:off x="6040984" y="213969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ottom line L"/>
          <p:cNvSpPr/>
          <p:nvPr/>
        </p:nvSpPr>
        <p:spPr>
          <a:xfrm>
            <a:off x="4907128" y="393192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9" name="Bottom line R"/>
          <p:cNvSpPr/>
          <p:nvPr/>
        </p:nvSpPr>
        <p:spPr>
          <a:xfrm>
            <a:off x="6242152" y="393192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10" name="Bottom diamond"/>
          <p:cNvSpPr/>
          <p:nvPr/>
        </p:nvSpPr>
        <p:spPr>
          <a:xfrm>
            <a:off x="6040984" y="387705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16002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spc="1000" kern="0" dirty="0">
                <a:solidFill>
                  <a:schemeClr val="accent1"/>
                </a:solidFill>
              </a:rPr>
              <a:t>제 3 순서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37744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6000" b="1" spc="600" kern="0" dirty="0">
                <a:solidFill>
                  <a:schemeClr val="bg1"/>
                </a:solidFill>
              </a:rPr>
              <a:t>내빈 소개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645920" y="4160520"/>
            <a:ext cx="8899855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</a:rPr>
              <a:t>사회자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chemeClr val="accent2"/>
                </a:solidFill>
              </a:rPr>
              <a:t>자리를 빛내 주신 내빈 여러분을 소개합니다.</a:t>
            </a:r>
            <a:endParaRPr lang="en-US" sz="2000" dirty="0"/>
          </a:p>
        </p:txBody>
      </p:sp>
      <p:sp>
        <p:nvSpPr>
          <p:cNvPr id="5" name="Top line L"/>
          <p:cNvSpPr/>
          <p:nvPr/>
        </p:nvSpPr>
        <p:spPr>
          <a:xfrm>
            <a:off x="4907128" y="219456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6" name="Top line R"/>
          <p:cNvSpPr/>
          <p:nvPr/>
        </p:nvSpPr>
        <p:spPr>
          <a:xfrm>
            <a:off x="6242152" y="219456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7" name="Top diamond"/>
          <p:cNvSpPr/>
          <p:nvPr/>
        </p:nvSpPr>
        <p:spPr>
          <a:xfrm>
            <a:off x="6040984" y="213969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ottom line L"/>
          <p:cNvSpPr/>
          <p:nvPr/>
        </p:nvSpPr>
        <p:spPr>
          <a:xfrm>
            <a:off x="4907128" y="393192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9" name="Bottom line R"/>
          <p:cNvSpPr/>
          <p:nvPr/>
        </p:nvSpPr>
        <p:spPr>
          <a:xfrm>
            <a:off x="6242152" y="393192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10" name="Bottom diamond"/>
          <p:cNvSpPr/>
          <p:nvPr/>
        </p:nvSpPr>
        <p:spPr>
          <a:xfrm>
            <a:off x="6040984" y="387705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16002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spc="1000" kern="0" dirty="0">
                <a:solidFill>
                  <a:schemeClr val="accent1"/>
                </a:solidFill>
              </a:rPr>
              <a:t>제 4 순서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37744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6000" b="1" spc="600" kern="0" dirty="0">
                <a:solidFill>
                  <a:schemeClr val="bg1"/>
                </a:solidFill>
              </a:rPr>
              <a:t>경과보고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645920" y="4160520"/>
            <a:ext cx="8899855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</a:rPr>
              <a:t>사무총장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chemeClr val="accent2"/>
                </a:solidFill>
              </a:rPr>
              <a:t>창립 이후 30년의 발자취를 보고드립니다.</a:t>
            </a:r>
            <a:endParaRPr lang="en-US" sz="2000" dirty="0"/>
          </a:p>
        </p:txBody>
      </p:sp>
      <p:sp>
        <p:nvSpPr>
          <p:cNvPr id="5" name="Top line L"/>
          <p:cNvSpPr/>
          <p:nvPr/>
        </p:nvSpPr>
        <p:spPr>
          <a:xfrm>
            <a:off x="4907128" y="219456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6" name="Top line R"/>
          <p:cNvSpPr/>
          <p:nvPr/>
        </p:nvSpPr>
        <p:spPr>
          <a:xfrm>
            <a:off x="6242152" y="219456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7" name="Top diamond"/>
          <p:cNvSpPr/>
          <p:nvPr/>
        </p:nvSpPr>
        <p:spPr>
          <a:xfrm>
            <a:off x="6040984" y="213969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ottom line L"/>
          <p:cNvSpPr/>
          <p:nvPr/>
        </p:nvSpPr>
        <p:spPr>
          <a:xfrm>
            <a:off x="4907128" y="393192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9" name="Bottom line R"/>
          <p:cNvSpPr/>
          <p:nvPr/>
        </p:nvSpPr>
        <p:spPr>
          <a:xfrm>
            <a:off x="6242152" y="393192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10" name="Bottom diamond"/>
          <p:cNvSpPr/>
          <p:nvPr/>
        </p:nvSpPr>
        <p:spPr>
          <a:xfrm>
            <a:off x="6040984" y="387705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16002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spc="1000" kern="0" dirty="0">
                <a:solidFill>
                  <a:schemeClr val="accent1"/>
                </a:solidFill>
              </a:rPr>
              <a:t>제 5 순서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37744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6000" b="1" spc="600" kern="0" dirty="0">
                <a:solidFill>
                  <a:schemeClr val="bg1"/>
                </a:solidFill>
              </a:rPr>
              <a:t>기념사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645920" y="4160520"/>
            <a:ext cx="8899855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</a:rPr>
              <a:t>회장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chemeClr val="accent2"/>
                </a:solidFill>
              </a:rPr>
              <a:t>창립 30주년을 맞이하는 소회와 비전</a:t>
            </a:r>
            <a:endParaRPr lang="en-US" sz="2000" dirty="0"/>
          </a:p>
        </p:txBody>
      </p:sp>
      <p:sp>
        <p:nvSpPr>
          <p:cNvPr id="5" name="Top line L"/>
          <p:cNvSpPr/>
          <p:nvPr/>
        </p:nvSpPr>
        <p:spPr>
          <a:xfrm>
            <a:off x="4907128" y="219456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6" name="Top line R"/>
          <p:cNvSpPr/>
          <p:nvPr/>
        </p:nvSpPr>
        <p:spPr>
          <a:xfrm>
            <a:off x="6242152" y="219456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7" name="Top diamond"/>
          <p:cNvSpPr/>
          <p:nvPr/>
        </p:nvSpPr>
        <p:spPr>
          <a:xfrm>
            <a:off x="6040984" y="213969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ottom line L"/>
          <p:cNvSpPr/>
          <p:nvPr/>
        </p:nvSpPr>
        <p:spPr>
          <a:xfrm>
            <a:off x="4907128" y="393192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9" name="Bottom line R"/>
          <p:cNvSpPr/>
          <p:nvPr/>
        </p:nvSpPr>
        <p:spPr>
          <a:xfrm>
            <a:off x="6242152" y="393192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10" name="Bottom diamond"/>
          <p:cNvSpPr/>
          <p:nvPr/>
        </p:nvSpPr>
        <p:spPr>
          <a:xfrm>
            <a:off x="6040984" y="387705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16002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spc="1000" kern="0" dirty="0">
                <a:solidFill>
                  <a:schemeClr val="accent1"/>
                </a:solidFill>
              </a:rPr>
              <a:t>제 6 순서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37744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6000" b="1" spc="600" kern="0" dirty="0">
                <a:solidFill>
                  <a:schemeClr val="bg1"/>
                </a:solidFill>
              </a:rPr>
              <a:t>축사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645920" y="4160520"/>
            <a:ext cx="8899855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</a:rPr>
              <a:t>내빈 대표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chemeClr val="accent2"/>
                </a:solidFill>
              </a:rPr>
              <a:t>축하의 말씀을 전해 주십니다.</a:t>
            </a:r>
            <a:endParaRPr lang="en-US" sz="2000" dirty="0"/>
          </a:p>
        </p:txBody>
      </p:sp>
      <p:sp>
        <p:nvSpPr>
          <p:cNvPr id="5" name="Top line L"/>
          <p:cNvSpPr/>
          <p:nvPr/>
        </p:nvSpPr>
        <p:spPr>
          <a:xfrm>
            <a:off x="4907128" y="219456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6" name="Top line R"/>
          <p:cNvSpPr/>
          <p:nvPr/>
        </p:nvSpPr>
        <p:spPr>
          <a:xfrm>
            <a:off x="6242152" y="219456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7" name="Top diamond"/>
          <p:cNvSpPr/>
          <p:nvPr/>
        </p:nvSpPr>
        <p:spPr>
          <a:xfrm>
            <a:off x="6040984" y="213969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ottom line L"/>
          <p:cNvSpPr/>
          <p:nvPr/>
        </p:nvSpPr>
        <p:spPr>
          <a:xfrm>
            <a:off x="4907128" y="393192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9" name="Bottom line R"/>
          <p:cNvSpPr/>
          <p:nvPr/>
        </p:nvSpPr>
        <p:spPr>
          <a:xfrm>
            <a:off x="6242152" y="393192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10" name="Bottom diamond"/>
          <p:cNvSpPr/>
          <p:nvPr/>
        </p:nvSpPr>
        <p:spPr>
          <a:xfrm>
            <a:off x="6040984" y="387705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16002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spc="1000" kern="0" dirty="0">
                <a:solidFill>
                  <a:schemeClr val="accent1"/>
                </a:solidFill>
              </a:rPr>
              <a:t>제 7 순서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37744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6000" b="1" spc="600" kern="0" dirty="0">
                <a:solidFill>
                  <a:schemeClr val="bg1"/>
                </a:solidFill>
              </a:rPr>
              <a:t>감사패 수여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645920" y="4160520"/>
            <a:ext cx="8899855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</a:rPr>
              <a:t>회장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chemeClr val="accent2"/>
                </a:solidFill>
              </a:rPr>
              <a:t>공로자 및 유공 단체에 감사의 뜻을 전합니다.</a:t>
            </a:r>
            <a:endParaRPr lang="en-US" sz="2000" dirty="0"/>
          </a:p>
        </p:txBody>
      </p:sp>
      <p:sp>
        <p:nvSpPr>
          <p:cNvPr id="5" name="Top line L"/>
          <p:cNvSpPr/>
          <p:nvPr/>
        </p:nvSpPr>
        <p:spPr>
          <a:xfrm>
            <a:off x="4907128" y="219456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6" name="Top line R"/>
          <p:cNvSpPr/>
          <p:nvPr/>
        </p:nvSpPr>
        <p:spPr>
          <a:xfrm>
            <a:off x="6242152" y="219456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7" name="Top diamond"/>
          <p:cNvSpPr/>
          <p:nvPr/>
        </p:nvSpPr>
        <p:spPr>
          <a:xfrm>
            <a:off x="6040984" y="213969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ottom line L"/>
          <p:cNvSpPr/>
          <p:nvPr/>
        </p:nvSpPr>
        <p:spPr>
          <a:xfrm>
            <a:off x="4907128" y="393192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9" name="Bottom line R"/>
          <p:cNvSpPr/>
          <p:nvPr/>
        </p:nvSpPr>
        <p:spPr>
          <a:xfrm>
            <a:off x="6242152" y="393192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10" name="Bottom diamond"/>
          <p:cNvSpPr/>
          <p:nvPr/>
        </p:nvSpPr>
        <p:spPr>
          <a:xfrm>
            <a:off x="6040984" y="387705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16002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spc="1000" kern="0" dirty="0">
                <a:solidFill>
                  <a:schemeClr val="accent1"/>
                </a:solidFill>
              </a:rPr>
              <a:t>제 8 순서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37744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6000" b="1" spc="600" kern="0" dirty="0">
                <a:solidFill>
                  <a:schemeClr val="bg1"/>
                </a:solidFill>
              </a:rPr>
              <a:t>기념 촬영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645920" y="4160520"/>
            <a:ext cx="8899855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</a:rPr>
              <a:t>참석자 전원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chemeClr val="accent2"/>
                </a:solidFill>
              </a:rPr>
              <a:t>무대 앞으로 모여 주시기 바랍니다.</a:t>
            </a:r>
            <a:endParaRPr lang="en-US" sz="2000" dirty="0"/>
          </a:p>
        </p:txBody>
      </p:sp>
      <p:sp>
        <p:nvSpPr>
          <p:cNvPr id="5" name="Top line L"/>
          <p:cNvSpPr/>
          <p:nvPr/>
        </p:nvSpPr>
        <p:spPr>
          <a:xfrm>
            <a:off x="4907128" y="219456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6" name="Top line R"/>
          <p:cNvSpPr/>
          <p:nvPr/>
        </p:nvSpPr>
        <p:spPr>
          <a:xfrm>
            <a:off x="6242152" y="219456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7" name="Top diamond"/>
          <p:cNvSpPr/>
          <p:nvPr/>
        </p:nvSpPr>
        <p:spPr>
          <a:xfrm>
            <a:off x="6040984" y="213969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ottom line L"/>
          <p:cNvSpPr/>
          <p:nvPr/>
        </p:nvSpPr>
        <p:spPr>
          <a:xfrm>
            <a:off x="4907128" y="393192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9" name="Bottom line R"/>
          <p:cNvSpPr/>
          <p:nvPr/>
        </p:nvSpPr>
        <p:spPr>
          <a:xfrm>
            <a:off x="6242152" y="393192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10" name="Bottom diamond"/>
          <p:cNvSpPr/>
          <p:nvPr/>
        </p:nvSpPr>
        <p:spPr>
          <a:xfrm>
            <a:off x="6040984" y="387705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16002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spc="1000" kern="0" dirty="0">
                <a:solidFill>
                  <a:schemeClr val="accent1"/>
                </a:solidFill>
              </a:rPr>
              <a:t>제 9 순서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37744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6000" b="1" spc="600" kern="0" dirty="0">
                <a:solidFill>
                  <a:schemeClr val="bg1"/>
                </a:solidFill>
              </a:rPr>
              <a:t>폐회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645920" y="4160520"/>
            <a:ext cx="8899855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</a:rPr>
              <a:t>사회자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chemeClr val="accent2"/>
                </a:solidFill>
              </a:rPr>
              <a:t>만찬은 2층 연회장에서 이어집니다.</a:t>
            </a:r>
            <a:endParaRPr lang="en-US" sz="2000" dirty="0"/>
          </a:p>
        </p:txBody>
      </p:sp>
      <p:sp>
        <p:nvSpPr>
          <p:cNvPr id="5" name="Top line L"/>
          <p:cNvSpPr/>
          <p:nvPr/>
        </p:nvSpPr>
        <p:spPr>
          <a:xfrm>
            <a:off x="4907128" y="219456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6" name="Top line R"/>
          <p:cNvSpPr/>
          <p:nvPr/>
        </p:nvSpPr>
        <p:spPr>
          <a:xfrm>
            <a:off x="6242152" y="219456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7" name="Top diamond"/>
          <p:cNvSpPr/>
          <p:nvPr/>
        </p:nvSpPr>
        <p:spPr>
          <a:xfrm>
            <a:off x="6040984" y="213969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ottom line L"/>
          <p:cNvSpPr/>
          <p:nvPr/>
        </p:nvSpPr>
        <p:spPr>
          <a:xfrm>
            <a:off x="4907128" y="393192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9" name="Bottom line R"/>
          <p:cNvSpPr/>
          <p:nvPr/>
        </p:nvSpPr>
        <p:spPr>
          <a:xfrm>
            <a:off x="6242152" y="3931920"/>
            <a:ext cx="104241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10" name="Bottom diamond"/>
          <p:cNvSpPr/>
          <p:nvPr/>
        </p:nvSpPr>
        <p:spPr>
          <a:xfrm>
            <a:off x="6040984" y="387705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6858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내빈 소개</a:t>
            </a:r>
            <a:endParaRPr lang="en-US" sz="3600" dirty="0"/>
          </a:p>
        </p:txBody>
      </p:sp>
      <p:sp>
        <p:nvSpPr>
          <p:cNvPr id="3" name="Guests caption"/>
          <p:cNvSpPr txBox="1"/>
          <p:nvPr/>
        </p:nvSpPr>
        <p:spPr>
          <a:xfrm>
            <a:off x="82296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chemeClr val="accent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DISTINGUISHED GUESTS</a:t>
            </a:r>
            <a:endParaRPr lang="en-US" sz="1200" dirty="0"/>
          </a:p>
        </p:txBody>
      </p:sp>
      <p:sp>
        <p:nvSpPr>
          <p:cNvPr id="4" name="Guest card 1"/>
          <p:cNvSpPr/>
          <p:nvPr/>
        </p:nvSpPr>
        <p:spPr>
          <a:xfrm>
            <a:off x="868680" y="2103120"/>
            <a:ext cx="3337560" cy="1783080"/>
          </a:xfrm>
          <a:prstGeom prst="rect">
            <a:avLst/>
          </a:prstGeom>
          <a:solidFill>
            <a:schemeClr val="tx2">
              <a:alpha val="6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Guest mark 1"/>
          <p:cNvSpPr/>
          <p:nvPr/>
        </p:nvSpPr>
        <p:spPr>
          <a:xfrm>
            <a:off x="2473452" y="2377440"/>
            <a:ext cx="128016" cy="128016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Guest name 1"/>
          <p:cNvSpPr txBox="1"/>
          <p:nvPr/>
        </p:nvSpPr>
        <p:spPr>
          <a:xfrm>
            <a:off x="868680" y="26517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chemeClr val="bg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○○○</a:t>
            </a:r>
            <a:endParaRPr lang="en-US" sz="2600" dirty="0"/>
          </a:p>
        </p:txBody>
      </p:sp>
      <p:sp>
        <p:nvSpPr>
          <p:cNvPr id="7" name="Guest role 1"/>
          <p:cNvSpPr txBox="1"/>
          <p:nvPr/>
        </p:nvSpPr>
        <p:spPr>
          <a:xfrm>
            <a:off x="868680" y="3291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○○시장</a:t>
            </a:r>
            <a:endParaRPr lang="en-US" sz="1400" dirty="0"/>
          </a:p>
        </p:txBody>
      </p:sp>
      <p:sp>
        <p:nvSpPr>
          <p:cNvPr id="8" name="Guest card 2"/>
          <p:cNvSpPr/>
          <p:nvPr/>
        </p:nvSpPr>
        <p:spPr>
          <a:xfrm>
            <a:off x="4480560" y="2103120"/>
            <a:ext cx="3337560" cy="1783080"/>
          </a:xfrm>
          <a:prstGeom prst="rect">
            <a:avLst/>
          </a:prstGeom>
          <a:solidFill>
            <a:schemeClr val="tx2">
              <a:alpha val="6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Guest mark 2"/>
          <p:cNvSpPr/>
          <p:nvPr/>
        </p:nvSpPr>
        <p:spPr>
          <a:xfrm>
            <a:off x="6085332" y="2377440"/>
            <a:ext cx="128016" cy="128016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Guest name 2"/>
          <p:cNvSpPr txBox="1"/>
          <p:nvPr/>
        </p:nvSpPr>
        <p:spPr>
          <a:xfrm>
            <a:off x="4480560" y="26517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chemeClr val="bg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○○○</a:t>
            </a:r>
            <a:endParaRPr lang="en-US" sz="2600" dirty="0"/>
          </a:p>
        </p:txBody>
      </p:sp>
      <p:sp>
        <p:nvSpPr>
          <p:cNvPr id="11" name="Guest role 2"/>
          <p:cNvSpPr txBox="1"/>
          <p:nvPr/>
        </p:nvSpPr>
        <p:spPr>
          <a:xfrm>
            <a:off x="4480560" y="3291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○○시의회 의장</a:t>
            </a:r>
            <a:endParaRPr lang="en-US" sz="1400" dirty="0"/>
          </a:p>
        </p:txBody>
      </p:sp>
      <p:sp>
        <p:nvSpPr>
          <p:cNvPr id="12" name="Guest card 3"/>
          <p:cNvSpPr/>
          <p:nvPr/>
        </p:nvSpPr>
        <p:spPr>
          <a:xfrm>
            <a:off x="8092440" y="2103120"/>
            <a:ext cx="3337560" cy="1783080"/>
          </a:xfrm>
          <a:prstGeom prst="rect">
            <a:avLst/>
          </a:prstGeom>
          <a:solidFill>
            <a:schemeClr val="tx2">
              <a:alpha val="6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Guest mark 3"/>
          <p:cNvSpPr/>
          <p:nvPr/>
        </p:nvSpPr>
        <p:spPr>
          <a:xfrm>
            <a:off x="9697212" y="2377440"/>
            <a:ext cx="128016" cy="128016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Guest name 3"/>
          <p:cNvSpPr txBox="1"/>
          <p:nvPr/>
        </p:nvSpPr>
        <p:spPr>
          <a:xfrm>
            <a:off x="8092440" y="26517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chemeClr val="bg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○○○</a:t>
            </a:r>
            <a:endParaRPr lang="en-US" sz="2600" dirty="0"/>
          </a:p>
        </p:txBody>
      </p:sp>
      <p:sp>
        <p:nvSpPr>
          <p:cNvPr id="15" name="Guest role 3"/>
          <p:cNvSpPr txBox="1"/>
          <p:nvPr/>
        </p:nvSpPr>
        <p:spPr>
          <a:xfrm>
            <a:off x="8092440" y="3291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○○대학교 총장</a:t>
            </a:r>
            <a:endParaRPr lang="en-US" sz="1400" dirty="0"/>
          </a:p>
        </p:txBody>
      </p:sp>
      <p:sp>
        <p:nvSpPr>
          <p:cNvPr id="16" name="Guest card 4"/>
          <p:cNvSpPr/>
          <p:nvPr/>
        </p:nvSpPr>
        <p:spPr>
          <a:xfrm>
            <a:off x="868680" y="4160520"/>
            <a:ext cx="3337560" cy="1783080"/>
          </a:xfrm>
          <a:prstGeom prst="rect">
            <a:avLst/>
          </a:prstGeom>
          <a:solidFill>
            <a:schemeClr val="tx2">
              <a:alpha val="6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Guest mark 4"/>
          <p:cNvSpPr/>
          <p:nvPr/>
        </p:nvSpPr>
        <p:spPr>
          <a:xfrm>
            <a:off x="2473452" y="4434840"/>
            <a:ext cx="128016" cy="128016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Guest name 4"/>
          <p:cNvSpPr txBox="1"/>
          <p:nvPr/>
        </p:nvSpPr>
        <p:spPr>
          <a:xfrm>
            <a:off x="868680" y="47091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chemeClr val="bg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○○○</a:t>
            </a:r>
            <a:endParaRPr lang="en-US" sz="2600" dirty="0"/>
          </a:p>
        </p:txBody>
      </p:sp>
      <p:sp>
        <p:nvSpPr>
          <p:cNvPr id="19" name="Guest role 4"/>
          <p:cNvSpPr txBox="1"/>
          <p:nvPr/>
        </p:nvSpPr>
        <p:spPr>
          <a:xfrm>
            <a:off x="868680" y="53492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○○상공회의소 회장</a:t>
            </a:r>
            <a:endParaRPr lang="en-US" sz="1400" dirty="0"/>
          </a:p>
        </p:txBody>
      </p:sp>
      <p:sp>
        <p:nvSpPr>
          <p:cNvPr id="20" name="Guest card 5"/>
          <p:cNvSpPr/>
          <p:nvPr/>
        </p:nvSpPr>
        <p:spPr>
          <a:xfrm>
            <a:off x="4480560" y="4160520"/>
            <a:ext cx="3337560" cy="1783080"/>
          </a:xfrm>
          <a:prstGeom prst="rect">
            <a:avLst/>
          </a:prstGeom>
          <a:solidFill>
            <a:schemeClr val="tx2">
              <a:alpha val="6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Guest mark 5"/>
          <p:cNvSpPr/>
          <p:nvPr/>
        </p:nvSpPr>
        <p:spPr>
          <a:xfrm>
            <a:off x="6085332" y="4434840"/>
            <a:ext cx="128016" cy="128016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Guest name 5"/>
          <p:cNvSpPr txBox="1"/>
          <p:nvPr/>
        </p:nvSpPr>
        <p:spPr>
          <a:xfrm>
            <a:off x="4480560" y="47091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chemeClr val="bg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○○○</a:t>
            </a:r>
            <a:endParaRPr lang="en-US" sz="2600" dirty="0"/>
          </a:p>
        </p:txBody>
      </p:sp>
      <p:sp>
        <p:nvSpPr>
          <p:cNvPr id="23" name="Guest role 5"/>
          <p:cNvSpPr txBox="1"/>
          <p:nvPr/>
        </p:nvSpPr>
        <p:spPr>
          <a:xfrm>
            <a:off x="4480560" y="53492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○○재단 이사장</a:t>
            </a:r>
            <a:endParaRPr lang="en-US" sz="1400" dirty="0"/>
          </a:p>
        </p:txBody>
      </p:sp>
      <p:sp>
        <p:nvSpPr>
          <p:cNvPr id="24" name="Guest card 6"/>
          <p:cNvSpPr/>
          <p:nvPr/>
        </p:nvSpPr>
        <p:spPr>
          <a:xfrm>
            <a:off x="8092440" y="4160520"/>
            <a:ext cx="3337560" cy="1783080"/>
          </a:xfrm>
          <a:prstGeom prst="rect">
            <a:avLst/>
          </a:prstGeom>
          <a:solidFill>
            <a:schemeClr val="tx2">
              <a:alpha val="6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Guest mark 6"/>
          <p:cNvSpPr/>
          <p:nvPr/>
        </p:nvSpPr>
        <p:spPr>
          <a:xfrm>
            <a:off x="9697212" y="4434840"/>
            <a:ext cx="128016" cy="128016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Guest name 6"/>
          <p:cNvSpPr txBox="1"/>
          <p:nvPr/>
        </p:nvSpPr>
        <p:spPr>
          <a:xfrm>
            <a:off x="8092440" y="47091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chemeClr val="bg1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○○○</a:t>
            </a:r>
            <a:endParaRPr lang="en-US" sz="2600" dirty="0"/>
          </a:p>
        </p:txBody>
      </p:sp>
      <p:sp>
        <p:nvSpPr>
          <p:cNvPr id="27" name="Guest role 6"/>
          <p:cNvSpPr txBox="1"/>
          <p:nvPr/>
        </p:nvSpPr>
        <p:spPr>
          <a:xfrm>
            <a:off x="8092440" y="53492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○○협회 명예회장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371600" y="141732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chemeClr val="accent1"/>
                </a:solidFill>
              </a:rPr>
              <a:t>THANK YOU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24028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감사합니다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371600" y="416052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함께해 주신 내빈 여러분께 깊이 감사드립니다</a:t>
            </a:r>
            <a:endParaRPr lang="en-US" sz="2000" dirty="0"/>
          </a:p>
        </p:txBody>
      </p:sp>
      <p:sp>
        <p:nvSpPr>
          <p:cNvPr id="5" name="Top line L"/>
          <p:cNvSpPr/>
          <p:nvPr/>
        </p:nvSpPr>
        <p:spPr>
          <a:xfrm>
            <a:off x="4632808" y="2057400"/>
            <a:ext cx="131673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6" name="Top line R"/>
          <p:cNvSpPr/>
          <p:nvPr/>
        </p:nvSpPr>
        <p:spPr>
          <a:xfrm>
            <a:off x="6242152" y="2057400"/>
            <a:ext cx="131673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7" name="Top diamond"/>
          <p:cNvSpPr/>
          <p:nvPr/>
        </p:nvSpPr>
        <p:spPr>
          <a:xfrm>
            <a:off x="6040984" y="200253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ottom line L"/>
          <p:cNvSpPr/>
          <p:nvPr/>
        </p:nvSpPr>
        <p:spPr>
          <a:xfrm>
            <a:off x="4632808" y="4937760"/>
            <a:ext cx="131673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9" name="Bottom line R"/>
          <p:cNvSpPr/>
          <p:nvPr/>
        </p:nvSpPr>
        <p:spPr>
          <a:xfrm>
            <a:off x="6242152" y="4937760"/>
            <a:ext cx="131673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10" name="Bottom diamond"/>
          <p:cNvSpPr/>
          <p:nvPr/>
        </p:nvSpPr>
        <p:spPr>
          <a:xfrm>
            <a:off x="6040984" y="4882896"/>
            <a:ext cx="109728" cy="109728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Royal Navy Gala">
  <a:themeElements>
    <a:clrScheme name="Royal Navy Gala">
      <a:dk1>
        <a:srgbClr val="0B1222"/>
      </a:dk1>
      <a:lt1>
        <a:srgbClr val="FFFFFF"/>
      </a:lt1>
      <a:dk2>
        <a:srgbClr val="1A2848"/>
      </a:dk2>
      <a:lt2>
        <a:srgbClr val="EFE8D6"/>
      </a:lt2>
      <a:accent1>
        <a:srgbClr val="C9A961"/>
      </a:accent1>
      <a:accent2>
        <a:srgbClr val="E8D9A8"/>
      </a:accent2>
      <a:accent3>
        <a:srgbClr val="8C98B5"/>
      </a:accent3>
      <a:accent4>
        <a:srgbClr val="D9B96A"/>
      </a:accent4>
      <a:accent5>
        <a:srgbClr val="5B6B8F"/>
      </a:accent5>
      <a:accent6>
        <a:srgbClr val="F3EBD3"/>
      </a:accent6>
      <a:hlink>
        <a:srgbClr val="C9A961"/>
      </a:hlink>
      <a:folHlink>
        <a:srgbClr val="E8D9A8"/>
      </a:folHlink>
    </a:clrScheme>
    <a:fontScheme name="Royal Navy Gala">
      <a:majorFont>
        <a:latin typeface="나눔명조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내빈 행사 식순</dc:title>
  <dc:subject>PptxGenJS Presentation</dc:subject>
  <dc:creator>Event Office</dc:creator>
  <cp:lastModifiedBy>Event Office</cp:lastModifiedBy>
  <cp:revision>1</cp:revision>
  <dcterms:created xsi:type="dcterms:W3CDTF">2026-10-19T09:50:53Z</dcterms:created>
  <dcterms:modified xsi:type="dcterms:W3CDTF">2026-10-19T09:50:53Z</dcterms:modified>
</cp:coreProperties>
</file>